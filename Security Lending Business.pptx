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9" r:id="rId3"/>
    <p:sldId id="263" r:id="rId4"/>
    <p:sldId id="262" r:id="rId5"/>
    <p:sldId id="260" r:id="rId6"/>
    <p:sldId id="264" r:id="rId7"/>
    <p:sldId id="266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57BA747-3946-48BD-94E4-F3D804D4A6E3}">
          <p14:sldIdLst>
            <p14:sldId id="267"/>
            <p14:sldId id="269"/>
            <p14:sldId id="263"/>
            <p14:sldId id="262"/>
            <p14:sldId id="260"/>
            <p14:sldId id="264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1B030A-1415-49E2-AC42-4F29536E8770}" v="120" dt="2026-01-20T07:58:59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hal Jani" userId="19b7f5da-3be5-4a53-bdd3-379abe708296" providerId="ADAL" clId="{5A1B030A-1415-49E2-AC42-4F29536E8770}"/>
    <pc:docChg chg="undo redo custSel addSld delSld modSld sldOrd addSection delSection modSection">
      <pc:chgData name="Nihal Jani" userId="19b7f5da-3be5-4a53-bdd3-379abe708296" providerId="ADAL" clId="{5A1B030A-1415-49E2-AC42-4F29536E8770}" dt="2026-01-20T09:47:31.188" v="1509" actId="20577"/>
      <pc:docMkLst>
        <pc:docMk/>
      </pc:docMkLst>
      <pc:sldChg chg="delSp modSp del mod ord modShow">
        <pc:chgData name="Nihal Jani" userId="19b7f5da-3be5-4a53-bdd3-379abe708296" providerId="ADAL" clId="{5A1B030A-1415-49E2-AC42-4F29536E8770}" dt="2026-01-20T06:43:53.718" v="199" actId="47"/>
        <pc:sldMkLst>
          <pc:docMk/>
          <pc:sldMk cId="2704877164" sldId="257"/>
        </pc:sldMkLst>
        <pc:spChg chg="mod">
          <ac:chgData name="Nihal Jani" userId="19b7f5da-3be5-4a53-bdd3-379abe708296" providerId="ADAL" clId="{5A1B030A-1415-49E2-AC42-4F29536E8770}" dt="2026-01-20T06:43:36.696" v="196" actId="27636"/>
          <ac:spMkLst>
            <pc:docMk/>
            <pc:sldMk cId="2704877164" sldId="257"/>
            <ac:spMk id="2" creationId="{DF116266-AC87-4922-A062-0E736894D97C}"/>
          </ac:spMkLst>
        </pc:spChg>
        <pc:picChg chg="del">
          <ac:chgData name="Nihal Jani" userId="19b7f5da-3be5-4a53-bdd3-379abe708296" providerId="ADAL" clId="{5A1B030A-1415-49E2-AC42-4F29536E8770}" dt="2026-01-20T06:43:39.005" v="197" actId="478"/>
          <ac:picMkLst>
            <pc:docMk/>
            <pc:sldMk cId="2704877164" sldId="257"/>
            <ac:picMk id="5" creationId="{A2F7F1D5-0803-4220-B3C9-C6D65203D1FC}"/>
          </ac:picMkLst>
        </pc:picChg>
      </pc:sldChg>
      <pc:sldChg chg="del">
        <pc:chgData name="Nihal Jani" userId="19b7f5da-3be5-4a53-bdd3-379abe708296" providerId="ADAL" clId="{5A1B030A-1415-49E2-AC42-4F29536E8770}" dt="2026-01-20T09:23:42.778" v="1381" actId="47"/>
        <pc:sldMkLst>
          <pc:docMk/>
          <pc:sldMk cId="2114422004" sldId="259"/>
        </pc:sldMkLst>
      </pc:sldChg>
      <pc:sldChg chg="addSp delSp modSp mod delDesignElem">
        <pc:chgData name="Nihal Jani" userId="19b7f5da-3be5-4a53-bdd3-379abe708296" providerId="ADAL" clId="{5A1B030A-1415-49E2-AC42-4F29536E8770}" dt="2026-01-20T09:42:39.453" v="1467" actId="1076"/>
        <pc:sldMkLst>
          <pc:docMk/>
          <pc:sldMk cId="784598260" sldId="260"/>
        </pc:sldMkLst>
        <pc:spChg chg="mod">
          <ac:chgData name="Nihal Jani" userId="19b7f5da-3be5-4a53-bdd3-379abe708296" providerId="ADAL" clId="{5A1B030A-1415-49E2-AC42-4F29536E8770}" dt="2026-01-20T09:15:19.706" v="1349" actId="123"/>
          <ac:spMkLst>
            <pc:docMk/>
            <pc:sldMk cId="784598260" sldId="260"/>
            <ac:spMk id="3" creationId="{1EE3A205-F619-4F05-B1F7-42FC2865F103}"/>
          </ac:spMkLst>
        </pc:spChg>
        <pc:spChg chg="mod">
          <ac:chgData name="Nihal Jani" userId="19b7f5da-3be5-4a53-bdd3-379abe708296" providerId="ADAL" clId="{5A1B030A-1415-49E2-AC42-4F29536E8770}" dt="2026-01-20T07:30:10.283" v="854" actId="20577"/>
          <ac:spMkLst>
            <pc:docMk/>
            <pc:sldMk cId="784598260" sldId="260"/>
            <ac:spMk id="25" creationId="{74AA5DD5-8880-4226-BA2B-957662A6C0C4}"/>
          </ac:spMkLst>
        </pc:spChg>
        <pc:spChg chg="del">
          <ac:chgData name="Nihal Jani" userId="19b7f5da-3be5-4a53-bdd3-379abe708296" providerId="ADAL" clId="{5A1B030A-1415-49E2-AC42-4F29536E8770}" dt="2026-01-20T09:42:32.730" v="1465"/>
          <ac:spMkLst>
            <pc:docMk/>
            <pc:sldMk cId="784598260" sldId="260"/>
            <ac:spMk id="26" creationId="{100EDD19-6802-4EC3-95CE-CFFAB042CFD6}"/>
          </ac:spMkLst>
        </pc:spChg>
        <pc:spChg chg="del">
          <ac:chgData name="Nihal Jani" userId="19b7f5da-3be5-4a53-bdd3-379abe708296" providerId="ADAL" clId="{5A1B030A-1415-49E2-AC42-4F29536E8770}" dt="2026-01-20T09:42:32.730" v="1465"/>
          <ac:spMkLst>
            <pc:docMk/>
            <pc:sldMk cId="784598260" sldId="260"/>
            <ac:spMk id="27" creationId="{DB17E863-922E-4C26-BD64-E8FD41D28661}"/>
          </ac:spMkLst>
        </pc:spChg>
        <pc:picChg chg="add mod">
          <ac:chgData name="Nihal Jani" userId="19b7f5da-3be5-4a53-bdd3-379abe708296" providerId="ADAL" clId="{5A1B030A-1415-49E2-AC42-4F29536E8770}" dt="2026-01-20T09:42:39.453" v="1467" actId="1076"/>
          <ac:picMkLst>
            <pc:docMk/>
            <pc:sldMk cId="784598260" sldId="260"/>
            <ac:picMk id="7" creationId="{FAA41FA2-0707-4BF3-88AC-63F1FBD307C2}"/>
          </ac:picMkLst>
        </pc:picChg>
      </pc:sldChg>
      <pc:sldChg chg="del">
        <pc:chgData name="Nihal Jani" userId="19b7f5da-3be5-4a53-bdd3-379abe708296" providerId="ADAL" clId="{5A1B030A-1415-49E2-AC42-4F29536E8770}" dt="2026-01-20T09:23:41.459" v="1380" actId="47"/>
        <pc:sldMkLst>
          <pc:docMk/>
          <pc:sldMk cId="3671657382" sldId="261"/>
        </pc:sldMkLst>
      </pc:sldChg>
      <pc:sldChg chg="addSp delSp modSp mod">
        <pc:chgData name="Nihal Jani" userId="19b7f5da-3be5-4a53-bdd3-379abe708296" providerId="ADAL" clId="{5A1B030A-1415-49E2-AC42-4F29536E8770}" dt="2026-01-20T09:40:18.727" v="1451" actId="14100"/>
        <pc:sldMkLst>
          <pc:docMk/>
          <pc:sldMk cId="919269401" sldId="262"/>
        </pc:sldMkLst>
        <pc:spChg chg="mod">
          <ac:chgData name="Nihal Jani" userId="19b7f5da-3be5-4a53-bdd3-379abe708296" providerId="ADAL" clId="{5A1B030A-1415-49E2-AC42-4F29536E8770}" dt="2026-01-20T09:38:52.037" v="1423" actId="1076"/>
          <ac:spMkLst>
            <pc:docMk/>
            <pc:sldMk cId="919269401" sldId="262"/>
            <ac:spMk id="2" creationId="{D0B417C0-DC4A-46D5-9870-8D9A674729AD}"/>
          </ac:spMkLst>
        </pc:spChg>
        <pc:spChg chg="mod">
          <ac:chgData name="Nihal Jani" userId="19b7f5da-3be5-4a53-bdd3-379abe708296" providerId="ADAL" clId="{5A1B030A-1415-49E2-AC42-4F29536E8770}" dt="2026-01-20T08:58:06.130" v="1145" actId="20577"/>
          <ac:spMkLst>
            <pc:docMk/>
            <pc:sldMk cId="919269401" sldId="262"/>
            <ac:spMk id="6" creationId="{9E85F168-9640-4664-A7C4-1FBA66F56D00}"/>
          </ac:spMkLst>
        </pc:spChg>
        <pc:spChg chg="add mod">
          <ac:chgData name="Nihal Jani" userId="19b7f5da-3be5-4a53-bdd3-379abe708296" providerId="ADAL" clId="{5A1B030A-1415-49E2-AC42-4F29536E8770}" dt="2026-01-20T07:24:34.537" v="807" actId="14100"/>
          <ac:spMkLst>
            <pc:docMk/>
            <pc:sldMk cId="919269401" sldId="262"/>
            <ac:spMk id="8" creationId="{21217423-F588-4FE1-8BC7-CCD27A15A936}"/>
          </ac:spMkLst>
        </pc:spChg>
        <pc:spChg chg="mod">
          <ac:chgData name="Nihal Jani" userId="19b7f5da-3be5-4a53-bdd3-379abe708296" providerId="ADAL" clId="{5A1B030A-1415-49E2-AC42-4F29536E8770}" dt="2026-01-20T09:39:50.888" v="1441" actId="20577"/>
          <ac:spMkLst>
            <pc:docMk/>
            <pc:sldMk cId="919269401" sldId="262"/>
            <ac:spMk id="13" creationId="{FC380A6A-664D-4421-A191-8497B3A77856}"/>
          </ac:spMkLst>
        </pc:spChg>
        <pc:spChg chg="mod">
          <ac:chgData name="Nihal Jani" userId="19b7f5da-3be5-4a53-bdd3-379abe708296" providerId="ADAL" clId="{5A1B030A-1415-49E2-AC42-4F29536E8770}" dt="2026-01-20T09:40:04.902" v="1447" actId="1076"/>
          <ac:spMkLst>
            <pc:docMk/>
            <pc:sldMk cId="919269401" sldId="262"/>
            <ac:spMk id="14" creationId="{232DB7F3-6F76-48E1-8CB5-29A3709A8B5F}"/>
          </ac:spMkLst>
        </pc:spChg>
        <pc:picChg chg="add del mod">
          <ac:chgData name="Nihal Jani" userId="19b7f5da-3be5-4a53-bdd3-379abe708296" providerId="ADAL" clId="{5A1B030A-1415-49E2-AC42-4F29536E8770}" dt="2026-01-20T09:37:02.859" v="1396" actId="478"/>
          <ac:picMkLst>
            <pc:docMk/>
            <pc:sldMk cId="919269401" sldId="262"/>
            <ac:picMk id="4" creationId="{0F4D7139-10CF-4F88-9B1B-71107C948FF3}"/>
          </ac:picMkLst>
        </pc:picChg>
        <pc:picChg chg="add mod">
          <ac:chgData name="Nihal Jani" userId="19b7f5da-3be5-4a53-bdd3-379abe708296" providerId="ADAL" clId="{5A1B030A-1415-49E2-AC42-4F29536E8770}" dt="2026-01-20T09:39:20.561" v="1430" actId="14100"/>
          <ac:picMkLst>
            <pc:docMk/>
            <pc:sldMk cId="919269401" sldId="262"/>
            <ac:picMk id="7" creationId="{4B7130BD-94AB-40B7-B0D4-C9F48144AEC7}"/>
          </ac:picMkLst>
        </pc:picChg>
        <pc:picChg chg="mod">
          <ac:chgData name="Nihal Jani" userId="19b7f5da-3be5-4a53-bdd3-379abe708296" providerId="ADAL" clId="{5A1B030A-1415-49E2-AC42-4F29536E8770}" dt="2026-01-20T09:40:18.727" v="1451" actId="14100"/>
          <ac:picMkLst>
            <pc:docMk/>
            <pc:sldMk cId="919269401" sldId="262"/>
            <ac:picMk id="10" creationId="{AC26A7B5-7C62-4E23-8CFE-30706896BCC8}"/>
          </ac:picMkLst>
        </pc:picChg>
        <pc:picChg chg="mod">
          <ac:chgData name="Nihal Jani" userId="19b7f5da-3be5-4a53-bdd3-379abe708296" providerId="ADAL" clId="{5A1B030A-1415-49E2-AC42-4F29536E8770}" dt="2026-01-20T09:40:15.529" v="1450" actId="1076"/>
          <ac:picMkLst>
            <pc:docMk/>
            <pc:sldMk cId="919269401" sldId="262"/>
            <ac:picMk id="12" creationId="{F7FD0228-998D-4250-B3C3-24A4EB603E3E}"/>
          </ac:picMkLst>
        </pc:picChg>
      </pc:sldChg>
      <pc:sldChg chg="addSp modSp mod">
        <pc:chgData name="Nihal Jani" userId="19b7f5da-3be5-4a53-bdd3-379abe708296" providerId="ADAL" clId="{5A1B030A-1415-49E2-AC42-4F29536E8770}" dt="2026-01-20T09:42:48.507" v="1468" actId="1076"/>
        <pc:sldMkLst>
          <pc:docMk/>
          <pc:sldMk cId="3906519783" sldId="263"/>
        </pc:sldMkLst>
        <pc:spChg chg="mod">
          <ac:chgData name="Nihal Jani" userId="19b7f5da-3be5-4a53-bdd3-379abe708296" providerId="ADAL" clId="{5A1B030A-1415-49E2-AC42-4F29536E8770}" dt="2026-01-20T09:42:48.507" v="1468" actId="1076"/>
          <ac:spMkLst>
            <pc:docMk/>
            <pc:sldMk cId="3906519783" sldId="263"/>
            <ac:spMk id="2" creationId="{DF116266-AC87-4922-A062-0E736894D97C}"/>
          </ac:spMkLst>
        </pc:spChg>
        <pc:spChg chg="mod">
          <ac:chgData name="Nihal Jani" userId="19b7f5da-3be5-4a53-bdd3-379abe708296" providerId="ADAL" clId="{5A1B030A-1415-49E2-AC42-4F29536E8770}" dt="2026-01-20T08:53:14.226" v="1095" actId="20577"/>
          <ac:spMkLst>
            <pc:docMk/>
            <pc:sldMk cId="3906519783" sldId="263"/>
            <ac:spMk id="3" creationId="{23E5DDAC-21B4-4BC9-B177-2A86B59E8E6F}"/>
          </ac:spMkLst>
        </pc:spChg>
        <pc:spChg chg="mod">
          <ac:chgData name="Nihal Jani" userId="19b7f5da-3be5-4a53-bdd3-379abe708296" providerId="ADAL" clId="{5A1B030A-1415-49E2-AC42-4F29536E8770}" dt="2026-01-20T07:40:47.941" v="919" actId="1076"/>
          <ac:spMkLst>
            <pc:docMk/>
            <pc:sldMk cId="3906519783" sldId="263"/>
            <ac:spMk id="30" creationId="{4CB24A7B-0307-40B2-9B2A-0ED8AE470C98}"/>
          </ac:spMkLst>
        </pc:spChg>
        <pc:spChg chg="mod">
          <ac:chgData name="Nihal Jani" userId="19b7f5da-3be5-4a53-bdd3-379abe708296" providerId="ADAL" clId="{5A1B030A-1415-49E2-AC42-4F29536E8770}" dt="2026-01-20T06:20:01.093" v="7" actId="20577"/>
          <ac:spMkLst>
            <pc:docMk/>
            <pc:sldMk cId="3906519783" sldId="263"/>
            <ac:spMk id="31" creationId="{9333EB7B-D97A-41E3-8C42-A2F169DF5EAC}"/>
          </ac:spMkLst>
        </pc:spChg>
        <pc:spChg chg="mod">
          <ac:chgData name="Nihal Jani" userId="19b7f5da-3be5-4a53-bdd3-379abe708296" providerId="ADAL" clId="{5A1B030A-1415-49E2-AC42-4F29536E8770}" dt="2026-01-20T08:48:32.888" v="1065" actId="33524"/>
          <ac:spMkLst>
            <pc:docMk/>
            <pc:sldMk cId="3906519783" sldId="263"/>
            <ac:spMk id="39" creationId="{35D044CE-9C50-4C0A-8FEF-D75171A07B54}"/>
          </ac:spMkLst>
        </pc:spChg>
        <pc:picChg chg="add mod">
          <ac:chgData name="Nihal Jani" userId="19b7f5da-3be5-4a53-bdd3-379abe708296" providerId="ADAL" clId="{5A1B030A-1415-49E2-AC42-4F29536E8770}" dt="2026-01-20T09:38:07.583" v="1418" actId="14100"/>
          <ac:picMkLst>
            <pc:docMk/>
            <pc:sldMk cId="3906519783" sldId="263"/>
            <ac:picMk id="5" creationId="{F56483FC-5B4C-4B03-B8BB-AA51811E5703}"/>
          </ac:picMkLst>
        </pc:picChg>
      </pc:sldChg>
      <pc:sldChg chg="addSp delSp modSp mod delDesignElem">
        <pc:chgData name="Nihal Jani" userId="19b7f5da-3be5-4a53-bdd3-379abe708296" providerId="ADAL" clId="{5A1B030A-1415-49E2-AC42-4F29536E8770}" dt="2026-01-20T09:45:15.715" v="1491" actId="1076"/>
        <pc:sldMkLst>
          <pc:docMk/>
          <pc:sldMk cId="1426327369" sldId="264"/>
        </pc:sldMkLst>
        <pc:spChg chg="mod">
          <ac:chgData name="Nihal Jani" userId="19b7f5da-3be5-4a53-bdd3-379abe708296" providerId="ADAL" clId="{5A1B030A-1415-49E2-AC42-4F29536E8770}" dt="2026-01-20T09:43:54.930" v="1481" actId="122"/>
          <ac:spMkLst>
            <pc:docMk/>
            <pc:sldMk cId="1426327369" sldId="264"/>
            <ac:spMk id="4" creationId="{41FDA9A1-3FE8-4DB1-94F7-D88421971980}"/>
          </ac:spMkLst>
        </pc:spChg>
        <pc:spChg chg="mod">
          <ac:chgData name="Nihal Jani" userId="19b7f5da-3be5-4a53-bdd3-379abe708296" providerId="ADAL" clId="{5A1B030A-1415-49E2-AC42-4F29536E8770}" dt="2026-01-20T09:14:28.338" v="1348" actId="123"/>
          <ac:spMkLst>
            <pc:docMk/>
            <pc:sldMk cId="1426327369" sldId="264"/>
            <ac:spMk id="13" creationId="{89A89C58-4D82-4529-B5E3-06F7D0F6232C}"/>
          </ac:spMkLst>
        </pc:spChg>
        <pc:spChg chg="del">
          <ac:chgData name="Nihal Jani" userId="19b7f5da-3be5-4a53-bdd3-379abe708296" providerId="ADAL" clId="{5A1B030A-1415-49E2-AC42-4F29536E8770}" dt="2026-01-20T09:42:32.730" v="1465"/>
          <ac:spMkLst>
            <pc:docMk/>
            <pc:sldMk cId="1426327369" sldId="264"/>
            <ac:spMk id="36" creationId="{2B97F24A-32CE-4C1C-A50D-3016B394DCFB}"/>
          </ac:spMkLst>
        </pc:spChg>
        <pc:spChg chg="del">
          <ac:chgData name="Nihal Jani" userId="19b7f5da-3be5-4a53-bdd3-379abe708296" providerId="ADAL" clId="{5A1B030A-1415-49E2-AC42-4F29536E8770}" dt="2026-01-20T09:42:32.730" v="1465"/>
          <ac:spMkLst>
            <pc:docMk/>
            <pc:sldMk cId="1426327369" sldId="264"/>
            <ac:spMk id="37" creationId="{CD8B4F24-440B-49E9-B85D-733523DC064B}"/>
          </ac:spMkLst>
        </pc:spChg>
        <pc:graphicFrameChg chg="mod modGraphic">
          <ac:chgData name="Nihal Jani" userId="19b7f5da-3be5-4a53-bdd3-379abe708296" providerId="ADAL" clId="{5A1B030A-1415-49E2-AC42-4F29536E8770}" dt="2026-01-20T09:16:19.717" v="1367" actId="122"/>
          <ac:graphicFrameMkLst>
            <pc:docMk/>
            <pc:sldMk cId="1426327369" sldId="264"/>
            <ac:graphicFrameMk id="2" creationId="{78D6E7A1-A705-4532-80DE-DDEC2E7330DD}"/>
          </ac:graphicFrameMkLst>
        </pc:graphicFrameChg>
        <pc:picChg chg="add mod">
          <ac:chgData name="Nihal Jani" userId="19b7f5da-3be5-4a53-bdd3-379abe708296" providerId="ADAL" clId="{5A1B030A-1415-49E2-AC42-4F29536E8770}" dt="2026-01-20T09:45:15.715" v="1491" actId="1076"/>
          <ac:picMkLst>
            <pc:docMk/>
            <pc:sldMk cId="1426327369" sldId="264"/>
            <ac:picMk id="7" creationId="{02731998-29E2-437F-9CE1-E6EDF0DCE72E}"/>
          </ac:picMkLst>
        </pc:picChg>
      </pc:sldChg>
      <pc:sldChg chg="addSp delSp modSp mod delDesignElem">
        <pc:chgData name="Nihal Jani" userId="19b7f5da-3be5-4a53-bdd3-379abe708296" providerId="ADAL" clId="{5A1B030A-1415-49E2-AC42-4F29536E8770}" dt="2026-01-20T09:43:43.713" v="1478" actId="1076"/>
        <pc:sldMkLst>
          <pc:docMk/>
          <pc:sldMk cId="2218346695" sldId="265"/>
        </pc:sldMkLst>
        <pc:spChg chg="mod">
          <ac:chgData name="Nihal Jani" userId="19b7f5da-3be5-4a53-bdd3-379abe708296" providerId="ADAL" clId="{5A1B030A-1415-49E2-AC42-4F29536E8770}" dt="2026-01-20T09:43:43.713" v="1478" actId="1076"/>
          <ac:spMkLst>
            <pc:docMk/>
            <pc:sldMk cId="2218346695" sldId="265"/>
            <ac:spMk id="2" creationId="{BD63DC91-467C-47D3-94BF-78B324EF426B}"/>
          </ac:spMkLst>
        </pc:spChg>
        <pc:spChg chg="mod">
          <ac:chgData name="Nihal Jani" userId="19b7f5da-3be5-4a53-bdd3-379abe708296" providerId="ADAL" clId="{5A1B030A-1415-49E2-AC42-4F29536E8770}" dt="2026-01-20T09:23:06.671" v="1378" actId="14100"/>
          <ac:spMkLst>
            <pc:docMk/>
            <pc:sldMk cId="2218346695" sldId="265"/>
            <ac:spMk id="3" creationId="{6741CBAA-9643-4BE9-BA39-491A435979E4}"/>
          </ac:spMkLst>
        </pc:spChg>
        <pc:spChg chg="del">
          <ac:chgData name="Nihal Jani" userId="19b7f5da-3be5-4a53-bdd3-379abe708296" providerId="ADAL" clId="{5A1B030A-1415-49E2-AC42-4F29536E8770}" dt="2026-01-20T09:42:32.730" v="1465"/>
          <ac:spMkLst>
            <pc:docMk/>
            <pc:sldMk cId="2218346695" sldId="265"/>
            <ac:spMk id="36" creationId="{45D37F4E-DDB4-456B-97E0-9937730A039F}"/>
          </ac:spMkLst>
        </pc:spChg>
        <pc:spChg chg="del">
          <ac:chgData name="Nihal Jani" userId="19b7f5da-3be5-4a53-bdd3-379abe708296" providerId="ADAL" clId="{5A1B030A-1415-49E2-AC42-4F29536E8770}" dt="2026-01-20T09:42:32.730" v="1465"/>
          <ac:spMkLst>
            <pc:docMk/>
            <pc:sldMk cId="2218346695" sldId="265"/>
            <ac:spMk id="37" creationId="{B2DD41CD-8F47-4F56-AD12-4E2FF7696987}"/>
          </ac:spMkLst>
        </pc:spChg>
        <pc:picChg chg="mod">
          <ac:chgData name="Nihal Jani" userId="19b7f5da-3be5-4a53-bdd3-379abe708296" providerId="ADAL" clId="{5A1B030A-1415-49E2-AC42-4F29536E8770}" dt="2026-01-20T09:23:16.457" v="1379" actId="1076"/>
          <ac:picMkLst>
            <pc:docMk/>
            <pc:sldMk cId="2218346695" sldId="265"/>
            <ac:picMk id="6" creationId="{7CC78C8A-29AB-48AC-A517-75E1BF4E4C6B}"/>
          </ac:picMkLst>
        </pc:picChg>
        <pc:picChg chg="add mod">
          <ac:chgData name="Nihal Jani" userId="19b7f5da-3be5-4a53-bdd3-379abe708296" providerId="ADAL" clId="{5A1B030A-1415-49E2-AC42-4F29536E8770}" dt="2026-01-20T09:43:40.481" v="1477"/>
          <ac:picMkLst>
            <pc:docMk/>
            <pc:sldMk cId="2218346695" sldId="265"/>
            <ac:picMk id="7" creationId="{81CD696A-9B73-4954-BF49-A547A0A55749}"/>
          </ac:picMkLst>
        </pc:picChg>
      </pc:sldChg>
      <pc:sldChg chg="addSp delSp modSp mod">
        <pc:chgData name="Nihal Jani" userId="19b7f5da-3be5-4a53-bdd3-379abe708296" providerId="ADAL" clId="{5A1B030A-1415-49E2-AC42-4F29536E8770}" dt="2026-01-20T09:45:05.656" v="1490" actId="688"/>
        <pc:sldMkLst>
          <pc:docMk/>
          <pc:sldMk cId="2097047562" sldId="266"/>
        </pc:sldMkLst>
        <pc:spChg chg="mod">
          <ac:chgData name="Nihal Jani" userId="19b7f5da-3be5-4a53-bdd3-379abe708296" providerId="ADAL" clId="{5A1B030A-1415-49E2-AC42-4F29536E8770}" dt="2026-01-20T07:18:31.789" v="717" actId="20577"/>
          <ac:spMkLst>
            <pc:docMk/>
            <pc:sldMk cId="2097047562" sldId="266"/>
            <ac:spMk id="10" creationId="{B9ED5745-0130-424B-B1B0-6E0D2D82A84D}"/>
          </ac:spMkLst>
        </pc:spChg>
        <pc:graphicFrameChg chg="mod">
          <ac:chgData name="Nihal Jani" userId="19b7f5da-3be5-4a53-bdd3-379abe708296" providerId="ADAL" clId="{5A1B030A-1415-49E2-AC42-4F29536E8770}" dt="2026-01-20T09:44:26.582" v="1485" actId="1076"/>
          <ac:graphicFrameMkLst>
            <pc:docMk/>
            <pc:sldMk cId="2097047562" sldId="266"/>
            <ac:graphicFrameMk id="9" creationId="{F5708A53-16E0-48F3-AFF0-B850CA391689}"/>
          </ac:graphicFrameMkLst>
        </pc:graphicFrameChg>
        <pc:picChg chg="add del mod">
          <ac:chgData name="Nihal Jani" userId="19b7f5da-3be5-4a53-bdd3-379abe708296" providerId="ADAL" clId="{5A1B030A-1415-49E2-AC42-4F29536E8770}" dt="2026-01-20T09:43:21.698" v="1474" actId="21"/>
          <ac:picMkLst>
            <pc:docMk/>
            <pc:sldMk cId="2097047562" sldId="266"/>
            <ac:picMk id="11" creationId="{CD8207D6-DC16-4190-9301-A5CD0AFA6F7E}"/>
          </ac:picMkLst>
        </pc:picChg>
        <pc:picChg chg="add mod">
          <ac:chgData name="Nihal Jani" userId="19b7f5da-3be5-4a53-bdd3-379abe708296" providerId="ADAL" clId="{5A1B030A-1415-49E2-AC42-4F29536E8770}" dt="2026-01-20T09:45:05.656" v="1490" actId="688"/>
          <ac:picMkLst>
            <pc:docMk/>
            <pc:sldMk cId="2097047562" sldId="266"/>
            <ac:picMk id="12" creationId="{648CCE88-92F2-4B4C-872B-CCEFC72C97B2}"/>
          </ac:picMkLst>
        </pc:picChg>
        <pc:cxnChg chg="mod">
          <ac:chgData name="Nihal Jani" userId="19b7f5da-3be5-4a53-bdd3-379abe708296" providerId="ADAL" clId="{5A1B030A-1415-49E2-AC42-4F29536E8770}" dt="2026-01-20T09:13:21.552" v="1334" actId="1582"/>
          <ac:cxnSpMkLst>
            <pc:docMk/>
            <pc:sldMk cId="2097047562" sldId="266"/>
            <ac:cxnSpMk id="25" creationId="{DA60BBDB-E2D0-492B-9935-2F2514E0BB21}"/>
          </ac:cxnSpMkLst>
        </pc:cxnChg>
      </pc:sldChg>
      <pc:sldChg chg="addSp delSp modSp mod setBg delDesignElem">
        <pc:chgData name="Nihal Jani" userId="19b7f5da-3be5-4a53-bdd3-379abe708296" providerId="ADAL" clId="{5A1B030A-1415-49E2-AC42-4F29536E8770}" dt="2026-01-20T09:46:20.995" v="1505" actId="20577"/>
        <pc:sldMkLst>
          <pc:docMk/>
          <pc:sldMk cId="3982475605" sldId="267"/>
        </pc:sldMkLst>
        <pc:spChg chg="mod">
          <ac:chgData name="Nihal Jani" userId="19b7f5da-3be5-4a53-bdd3-379abe708296" providerId="ADAL" clId="{5A1B030A-1415-49E2-AC42-4F29536E8770}" dt="2026-01-20T09:46:20.995" v="1505" actId="20577"/>
          <ac:spMkLst>
            <pc:docMk/>
            <pc:sldMk cId="3982475605" sldId="267"/>
            <ac:spMk id="10" creationId="{25667D14-FB40-4E80-AC57-82B76CD41812}"/>
          </ac:spMkLst>
        </pc:spChg>
        <pc:spChg chg="mod">
          <ac:chgData name="Nihal Jani" userId="19b7f5da-3be5-4a53-bdd3-379abe708296" providerId="ADAL" clId="{5A1B030A-1415-49E2-AC42-4F29536E8770}" dt="2026-01-20T09:24:45.815" v="1393" actId="1076"/>
          <ac:spMkLst>
            <pc:docMk/>
            <pc:sldMk cId="3982475605" sldId="267"/>
            <ac:spMk id="11" creationId="{50E5444F-F774-464C-BA4F-C980FF6DDDC8}"/>
          </ac:spMkLst>
        </pc:spChg>
        <pc:spChg chg="del">
          <ac:chgData name="Nihal Jani" userId="19b7f5da-3be5-4a53-bdd3-379abe708296" providerId="ADAL" clId="{5A1B030A-1415-49E2-AC42-4F29536E8770}" dt="2026-01-20T09:42:32.730" v="1465"/>
          <ac:spMkLst>
            <pc:docMk/>
            <pc:sldMk cId="3982475605" sldId="267"/>
            <ac:spMk id="26" creationId="{100EDD19-6802-4EC3-95CE-CFFAB042CFD6}"/>
          </ac:spMkLst>
        </pc:spChg>
        <pc:spChg chg="del">
          <ac:chgData name="Nihal Jani" userId="19b7f5da-3be5-4a53-bdd3-379abe708296" providerId="ADAL" clId="{5A1B030A-1415-49E2-AC42-4F29536E8770}" dt="2026-01-20T09:42:32.730" v="1465"/>
          <ac:spMkLst>
            <pc:docMk/>
            <pc:sldMk cId="3982475605" sldId="267"/>
            <ac:spMk id="27" creationId="{DB17E863-922E-4C26-BD64-E8FD41D28661}"/>
          </ac:spMkLst>
        </pc:spChg>
        <pc:picChg chg="add del mod">
          <ac:chgData name="Nihal Jani" userId="19b7f5da-3be5-4a53-bdd3-379abe708296" providerId="ADAL" clId="{5A1B030A-1415-49E2-AC42-4F29536E8770}" dt="2026-01-20T07:09:08.114" v="569" actId="478"/>
          <ac:picMkLst>
            <pc:docMk/>
            <pc:sldMk cId="3982475605" sldId="267"/>
            <ac:picMk id="3" creationId="{7290AF6B-E885-4FF2-A25C-6EB06448ADFE}"/>
          </ac:picMkLst>
        </pc:picChg>
        <pc:picChg chg="add del mod">
          <ac:chgData name="Nihal Jani" userId="19b7f5da-3be5-4a53-bdd3-379abe708296" providerId="ADAL" clId="{5A1B030A-1415-49E2-AC42-4F29536E8770}" dt="2026-01-20T07:09:35.976" v="585" actId="22"/>
          <ac:picMkLst>
            <pc:docMk/>
            <pc:sldMk cId="3982475605" sldId="267"/>
            <ac:picMk id="5" creationId="{A67FFD48-519F-4C69-8E1B-012D2C4CF31C}"/>
          </ac:picMkLst>
        </pc:picChg>
        <pc:picChg chg="add mod">
          <ac:chgData name="Nihal Jani" userId="19b7f5da-3be5-4a53-bdd3-379abe708296" providerId="ADAL" clId="{5A1B030A-1415-49E2-AC42-4F29536E8770}" dt="2026-01-20T09:42:55.444" v="1470" actId="1076"/>
          <ac:picMkLst>
            <pc:docMk/>
            <pc:sldMk cId="3982475605" sldId="267"/>
            <ac:picMk id="8" creationId="{76391E6B-CBFC-47D5-BE06-D9C5094C031D}"/>
          </ac:picMkLst>
        </pc:picChg>
      </pc:sldChg>
      <pc:sldChg chg="addSp delSp modSp add del mod ord modShow">
        <pc:chgData name="Nihal Jani" userId="19b7f5da-3be5-4a53-bdd3-379abe708296" providerId="ADAL" clId="{5A1B030A-1415-49E2-AC42-4F29536E8770}" dt="2026-01-20T09:23:44.528" v="1382" actId="47"/>
        <pc:sldMkLst>
          <pc:docMk/>
          <pc:sldMk cId="2168380609" sldId="268"/>
        </pc:sldMkLst>
        <pc:spChg chg="add del mod">
          <ac:chgData name="Nihal Jani" userId="19b7f5da-3be5-4a53-bdd3-379abe708296" providerId="ADAL" clId="{5A1B030A-1415-49E2-AC42-4F29536E8770}" dt="2026-01-20T06:36:13.368" v="123" actId="403"/>
          <ac:spMkLst>
            <pc:docMk/>
            <pc:sldMk cId="2168380609" sldId="268"/>
            <ac:spMk id="2" creationId="{DF116266-AC87-4922-A062-0E736894D97C}"/>
          </ac:spMkLst>
        </pc:spChg>
        <pc:spChg chg="mod">
          <ac:chgData name="Nihal Jani" userId="19b7f5da-3be5-4a53-bdd3-379abe708296" providerId="ADAL" clId="{5A1B030A-1415-49E2-AC42-4F29536E8770}" dt="2026-01-20T06:40:24.780" v="168" actId="20577"/>
          <ac:spMkLst>
            <pc:docMk/>
            <pc:sldMk cId="2168380609" sldId="268"/>
            <ac:spMk id="3" creationId="{23E5DDAC-21B4-4BC9-B177-2A86B59E8E6F}"/>
          </ac:spMkLst>
        </pc:spChg>
        <pc:spChg chg="add del mod">
          <ac:chgData name="Nihal Jani" userId="19b7f5da-3be5-4a53-bdd3-379abe708296" providerId="ADAL" clId="{5A1B030A-1415-49E2-AC42-4F29536E8770}" dt="2026-01-20T06:34:18.956" v="75" actId="21"/>
          <ac:spMkLst>
            <pc:docMk/>
            <pc:sldMk cId="2168380609" sldId="268"/>
            <ac:spMk id="6" creationId="{9C4D1956-6D98-4ACE-A126-E09C235CF9B6}"/>
          </ac:spMkLst>
        </pc:spChg>
        <pc:spChg chg="add del mod">
          <ac:chgData name="Nihal Jani" userId="19b7f5da-3be5-4a53-bdd3-379abe708296" providerId="ADAL" clId="{5A1B030A-1415-49E2-AC42-4F29536E8770}" dt="2026-01-20T06:34:21.707" v="77" actId="21"/>
          <ac:spMkLst>
            <pc:docMk/>
            <pc:sldMk cId="2168380609" sldId="268"/>
            <ac:spMk id="8" creationId="{5E899748-E318-43D7-B726-7D76C38567AF}"/>
          </ac:spMkLst>
        </pc:spChg>
        <pc:spChg chg="add del mod">
          <ac:chgData name="Nihal Jani" userId="19b7f5da-3be5-4a53-bdd3-379abe708296" providerId="ADAL" clId="{5A1B030A-1415-49E2-AC42-4F29536E8770}" dt="2026-01-20T06:39:08.834" v="157" actId="478"/>
          <ac:spMkLst>
            <pc:docMk/>
            <pc:sldMk cId="2168380609" sldId="268"/>
            <ac:spMk id="9" creationId="{7FEE9ABC-0B0C-4304-AE32-9EAA24324D5B}"/>
          </ac:spMkLst>
        </pc:spChg>
        <pc:picChg chg="del mod">
          <ac:chgData name="Nihal Jani" userId="19b7f5da-3be5-4a53-bdd3-379abe708296" providerId="ADAL" clId="{5A1B030A-1415-49E2-AC42-4F29536E8770}" dt="2026-01-20T06:35:52.530" v="116" actId="478"/>
          <ac:picMkLst>
            <pc:docMk/>
            <pc:sldMk cId="2168380609" sldId="268"/>
            <ac:picMk id="5" creationId="{A2F7F1D5-0803-4220-B3C9-C6D65203D1FC}"/>
          </ac:picMkLst>
        </pc:picChg>
        <pc:picChg chg="add mod">
          <ac:chgData name="Nihal Jani" userId="19b7f5da-3be5-4a53-bdd3-379abe708296" providerId="ADAL" clId="{5A1B030A-1415-49E2-AC42-4F29536E8770}" dt="2026-01-20T06:40:28.598" v="169" actId="1076"/>
          <ac:picMkLst>
            <pc:docMk/>
            <pc:sldMk cId="2168380609" sldId="268"/>
            <ac:picMk id="10" creationId="{6DA174B5-8063-4D59-B5B0-DCB0610F0ACC}"/>
          </ac:picMkLst>
        </pc:picChg>
      </pc:sldChg>
      <pc:sldChg chg="addSp delSp modSp add mod ord">
        <pc:chgData name="Nihal Jani" userId="19b7f5da-3be5-4a53-bdd3-379abe708296" providerId="ADAL" clId="{5A1B030A-1415-49E2-AC42-4F29536E8770}" dt="2026-01-20T09:47:31.188" v="1509" actId="20577"/>
        <pc:sldMkLst>
          <pc:docMk/>
          <pc:sldMk cId="1297335850" sldId="269"/>
        </pc:sldMkLst>
        <pc:spChg chg="mod">
          <ac:chgData name="Nihal Jani" userId="19b7f5da-3be5-4a53-bdd3-379abe708296" providerId="ADAL" clId="{5A1B030A-1415-49E2-AC42-4F29536E8770}" dt="2026-01-20T09:40:35.437" v="1453" actId="1076"/>
          <ac:spMkLst>
            <pc:docMk/>
            <pc:sldMk cId="1297335850" sldId="269"/>
            <ac:spMk id="2" creationId="{DF116266-AC87-4922-A062-0E736894D97C}"/>
          </ac:spMkLst>
        </pc:spChg>
        <pc:spChg chg="mod">
          <ac:chgData name="Nihal Jani" userId="19b7f5da-3be5-4a53-bdd3-379abe708296" providerId="ADAL" clId="{5A1B030A-1415-49E2-AC42-4F29536E8770}" dt="2026-01-20T08:46:14.874" v="1037" actId="123"/>
          <ac:spMkLst>
            <pc:docMk/>
            <pc:sldMk cId="1297335850" sldId="269"/>
            <ac:spMk id="3" creationId="{23E5DDAC-21B4-4BC9-B177-2A86B59E8E6F}"/>
          </ac:spMkLst>
        </pc:spChg>
        <pc:spChg chg="add del">
          <ac:chgData name="Nihal Jani" userId="19b7f5da-3be5-4a53-bdd3-379abe708296" providerId="ADAL" clId="{5A1B030A-1415-49E2-AC42-4F29536E8770}" dt="2026-01-20T06:50:31.578" v="296"/>
          <ac:spMkLst>
            <pc:docMk/>
            <pc:sldMk cId="1297335850" sldId="269"/>
            <ac:spMk id="4" creationId="{36726890-513F-4E19-BBD7-6C2EF00C065E}"/>
          </ac:spMkLst>
        </pc:spChg>
        <pc:spChg chg="add mod">
          <ac:chgData name="Nihal Jani" userId="19b7f5da-3be5-4a53-bdd3-379abe708296" providerId="ADAL" clId="{5A1B030A-1415-49E2-AC42-4F29536E8770}" dt="2026-01-20T09:40:38.626" v="1454" actId="1076"/>
          <ac:spMkLst>
            <pc:docMk/>
            <pc:sldMk cId="1297335850" sldId="269"/>
            <ac:spMk id="5" creationId="{1E2E3589-452E-4F4C-8CB3-23036654DE1F}"/>
          </ac:spMkLst>
        </pc:spChg>
        <pc:spChg chg="add mod">
          <ac:chgData name="Nihal Jani" userId="19b7f5da-3be5-4a53-bdd3-379abe708296" providerId="ADAL" clId="{5A1B030A-1415-49E2-AC42-4F29536E8770}" dt="2026-01-20T09:47:31.188" v="1509" actId="20577"/>
          <ac:spMkLst>
            <pc:docMk/>
            <pc:sldMk cId="1297335850" sldId="269"/>
            <ac:spMk id="6" creationId="{0F567B5A-E622-4698-A56C-99D5266F4A92}"/>
          </ac:spMkLst>
        </pc:spChg>
        <pc:spChg chg="add del">
          <ac:chgData name="Nihal Jani" userId="19b7f5da-3be5-4a53-bdd3-379abe708296" providerId="ADAL" clId="{5A1B030A-1415-49E2-AC42-4F29536E8770}" dt="2026-01-20T06:50:34.302" v="299"/>
          <ac:spMkLst>
            <pc:docMk/>
            <pc:sldMk cId="1297335850" sldId="269"/>
            <ac:spMk id="7" creationId="{52AC5A1A-9074-4CCD-B538-F77A1BF0EB63}"/>
          </ac:spMkLst>
        </pc:spChg>
        <pc:spChg chg="add mod">
          <ac:chgData name="Nihal Jani" userId="19b7f5da-3be5-4a53-bdd3-379abe708296" providerId="ADAL" clId="{5A1B030A-1415-49E2-AC42-4F29536E8770}" dt="2026-01-20T07:01:14.113" v="464" actId="114"/>
          <ac:spMkLst>
            <pc:docMk/>
            <pc:sldMk cId="1297335850" sldId="269"/>
            <ac:spMk id="12" creationId="{F6EBE1B4-6B21-4D3B-924E-934AAD83A057}"/>
          </ac:spMkLst>
        </pc:spChg>
        <pc:picChg chg="add mod">
          <ac:chgData name="Nihal Jani" userId="19b7f5da-3be5-4a53-bdd3-379abe708296" providerId="ADAL" clId="{5A1B030A-1415-49E2-AC42-4F29536E8770}" dt="2026-01-20T07:20:55.136" v="732" actId="688"/>
          <ac:picMkLst>
            <pc:docMk/>
            <pc:sldMk cId="1297335850" sldId="269"/>
            <ac:picMk id="9" creationId="{A0D19E08-9C54-4F63-98F9-6DD6C052F10D}"/>
          </ac:picMkLst>
        </pc:picChg>
        <pc:picChg chg="add mod">
          <ac:chgData name="Nihal Jani" userId="19b7f5da-3be5-4a53-bdd3-379abe708296" providerId="ADAL" clId="{5A1B030A-1415-49E2-AC42-4F29536E8770}" dt="2026-01-20T09:40:43.481" v="1456" actId="1076"/>
          <ac:picMkLst>
            <pc:docMk/>
            <pc:sldMk cId="1297335850" sldId="269"/>
            <ac:picMk id="10" creationId="{5F9157A8-A51B-442A-B214-9A33D593FF59}"/>
          </ac:picMkLst>
        </pc:picChg>
        <pc:picChg chg="del">
          <ac:chgData name="Nihal Jani" userId="19b7f5da-3be5-4a53-bdd3-379abe708296" providerId="ADAL" clId="{5A1B030A-1415-49E2-AC42-4F29536E8770}" dt="2026-01-20T06:44:23.304" v="217" actId="478"/>
          <ac:picMkLst>
            <pc:docMk/>
            <pc:sldMk cId="1297335850" sldId="269"/>
            <ac:picMk id="10" creationId="{6DA174B5-8063-4D59-B5B0-DCB0610F0ACC}"/>
          </ac:picMkLst>
        </pc:picChg>
        <pc:cxnChg chg="add mod">
          <ac:chgData name="Nihal Jani" userId="19b7f5da-3be5-4a53-bdd3-379abe708296" providerId="ADAL" clId="{5A1B030A-1415-49E2-AC42-4F29536E8770}" dt="2026-01-20T09:41:03.185" v="1460" actId="14100"/>
          <ac:cxnSpMkLst>
            <pc:docMk/>
            <pc:sldMk cId="1297335850" sldId="269"/>
            <ac:cxnSpMk id="11" creationId="{5AA30C59-A480-4A53-A29B-CA9A97A455DC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D65AA8-BE28-4B80-BF77-968AB88E396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655D97-34A1-4B0A-8CB9-A80FD4268C4C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3200" dirty="0"/>
            <a:t>Phase 1</a:t>
          </a:r>
        </a:p>
        <a:p>
          <a:r>
            <a:rPr lang="en-US" sz="3200" dirty="0"/>
            <a:t>(0-9Months)</a:t>
          </a:r>
        </a:p>
      </dgm:t>
    </dgm:pt>
    <dgm:pt modelId="{C56FFD76-CF3F-4738-B6A6-1647170CCBBF}" type="parTrans" cxnId="{250C555D-2F38-46BA-A6A3-00820043E249}">
      <dgm:prSet/>
      <dgm:spPr/>
      <dgm:t>
        <a:bodyPr/>
        <a:lstStyle/>
        <a:p>
          <a:endParaRPr lang="en-US"/>
        </a:p>
      </dgm:t>
    </dgm:pt>
    <dgm:pt modelId="{4850FAF4-A53C-4C49-ACDB-09BA1E69BC1C}" type="sibTrans" cxnId="{250C555D-2F38-46BA-A6A3-00820043E249}">
      <dgm:prSet/>
      <dgm:spPr/>
      <dgm:t>
        <a:bodyPr/>
        <a:lstStyle/>
        <a:p>
          <a:endParaRPr lang="en-US"/>
        </a:p>
      </dgm:t>
    </dgm:pt>
    <dgm:pt modelId="{1B822A16-7A9C-4489-8B9E-3CC4C4D50A21}">
      <dgm:prSet phldrT="[Text]" custT="1"/>
      <dgm:spPr>
        <a:ln w="9525"/>
      </dgm:spPr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1400" b="1" dirty="0">
              <a:latin typeface="+mj-lt"/>
            </a:rPr>
            <a:t>Regulatory Ready + Quick Wins</a:t>
          </a:r>
        </a:p>
      </dgm:t>
    </dgm:pt>
    <dgm:pt modelId="{5BFEE09B-4868-4B25-A650-DDEB2C873FFA}" type="parTrans" cxnId="{F1E200CF-F95A-45FB-B8FF-259195C30DA3}">
      <dgm:prSet/>
      <dgm:spPr/>
      <dgm:t>
        <a:bodyPr/>
        <a:lstStyle/>
        <a:p>
          <a:endParaRPr lang="en-US"/>
        </a:p>
      </dgm:t>
    </dgm:pt>
    <dgm:pt modelId="{75FA2D86-7834-4E2D-AC95-2046E5E6A1ED}" type="sibTrans" cxnId="{F1E200CF-F95A-45FB-B8FF-259195C30DA3}">
      <dgm:prSet/>
      <dgm:spPr/>
      <dgm:t>
        <a:bodyPr/>
        <a:lstStyle/>
        <a:p>
          <a:endParaRPr lang="en-US"/>
        </a:p>
      </dgm:t>
    </dgm:pt>
    <dgm:pt modelId="{6E459B25-972F-493B-8DB0-2B0EC7A9504A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800" dirty="0"/>
            <a:t>Phase 2</a:t>
          </a:r>
        </a:p>
        <a:p>
          <a:r>
            <a:rPr lang="en-US" sz="2800" dirty="0"/>
            <a:t>(9-18Months)</a:t>
          </a:r>
        </a:p>
      </dgm:t>
    </dgm:pt>
    <dgm:pt modelId="{CB2EEBB8-2737-4F21-8AD6-EC04FB36A476}" type="parTrans" cxnId="{17D01F92-70F0-42BC-8445-6B9EE7B18919}">
      <dgm:prSet/>
      <dgm:spPr/>
      <dgm:t>
        <a:bodyPr/>
        <a:lstStyle/>
        <a:p>
          <a:endParaRPr lang="en-US"/>
        </a:p>
      </dgm:t>
    </dgm:pt>
    <dgm:pt modelId="{BDE38FD4-2CE1-452B-91BD-B8E5E4FD7ECC}" type="sibTrans" cxnId="{17D01F92-70F0-42BC-8445-6B9EE7B18919}">
      <dgm:prSet/>
      <dgm:spPr/>
      <dgm:t>
        <a:bodyPr/>
        <a:lstStyle/>
        <a:p>
          <a:endParaRPr lang="en-US"/>
        </a:p>
      </dgm:t>
    </dgm:pt>
    <dgm:pt modelId="{3940D2E9-6665-41BF-A991-4719F564CD5B}">
      <dgm:prSet phldrT="[Text]" custT="1"/>
      <dgm:spPr/>
      <dgm:t>
        <a:bodyPr/>
        <a:lstStyle/>
        <a:p>
          <a:pPr algn="ctr">
            <a:buNone/>
          </a:pPr>
          <a:r>
            <a:rPr lang="en-US" sz="1400" b="1" dirty="0">
              <a:latin typeface="+mj-lt"/>
            </a:rPr>
            <a:t>Scale platform + optimize economics</a:t>
          </a:r>
        </a:p>
      </dgm:t>
    </dgm:pt>
    <dgm:pt modelId="{955ACCA2-7FF8-4C3A-B9E2-E443E6CE2657}" type="parTrans" cxnId="{B925BC28-B6B1-465B-A488-B792619D4EC4}">
      <dgm:prSet/>
      <dgm:spPr/>
      <dgm:t>
        <a:bodyPr/>
        <a:lstStyle/>
        <a:p>
          <a:endParaRPr lang="en-US"/>
        </a:p>
      </dgm:t>
    </dgm:pt>
    <dgm:pt modelId="{6B944F8B-B1E5-4B17-A76E-D6B619F912E4}" type="sibTrans" cxnId="{B925BC28-B6B1-465B-A488-B792619D4EC4}">
      <dgm:prSet/>
      <dgm:spPr/>
      <dgm:t>
        <a:bodyPr/>
        <a:lstStyle/>
        <a:p>
          <a:endParaRPr lang="en-US"/>
        </a:p>
      </dgm:t>
    </dgm:pt>
    <dgm:pt modelId="{6AB5BC55-D389-417E-9F8E-CE61CCCEA80D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800" dirty="0"/>
            <a:t>Phase 3</a:t>
          </a:r>
        </a:p>
        <a:p>
          <a:r>
            <a:rPr lang="en-US" sz="2800" dirty="0"/>
            <a:t>(18-36Months)</a:t>
          </a:r>
        </a:p>
      </dgm:t>
    </dgm:pt>
    <dgm:pt modelId="{DC3AE58C-0619-4806-8AFA-4ECF8DE6AF12}" type="parTrans" cxnId="{BB930E17-B27B-43AE-BC12-4A0E66C49E6F}">
      <dgm:prSet/>
      <dgm:spPr/>
      <dgm:t>
        <a:bodyPr/>
        <a:lstStyle/>
        <a:p>
          <a:endParaRPr lang="en-US"/>
        </a:p>
      </dgm:t>
    </dgm:pt>
    <dgm:pt modelId="{00F5533A-0816-4977-95A4-49F58207EB89}" type="sibTrans" cxnId="{BB930E17-B27B-43AE-BC12-4A0E66C49E6F}">
      <dgm:prSet/>
      <dgm:spPr/>
      <dgm:t>
        <a:bodyPr/>
        <a:lstStyle/>
        <a:p>
          <a:endParaRPr lang="en-US"/>
        </a:p>
      </dgm:t>
    </dgm:pt>
    <dgm:pt modelId="{C32F9E21-34DF-4973-A140-2BC558703D87}">
      <dgm:prSet phldrT="[Text]" custT="1"/>
      <dgm:spPr/>
      <dgm:t>
        <a:bodyPr/>
        <a:lstStyle/>
        <a:p>
          <a:pPr algn="ctr">
            <a:buNone/>
          </a:pPr>
          <a:r>
            <a:rPr lang="en-US" sz="1400" b="1" dirty="0">
              <a:latin typeface="+mj-lt"/>
            </a:rPr>
            <a:t>Next-gen platform capabilities</a:t>
          </a:r>
        </a:p>
      </dgm:t>
    </dgm:pt>
    <dgm:pt modelId="{0BCCE883-1546-4CD4-A84A-4DA43330C3B2}" type="parTrans" cxnId="{3E006439-D803-4FF0-9F5B-4169F541299A}">
      <dgm:prSet/>
      <dgm:spPr/>
      <dgm:t>
        <a:bodyPr/>
        <a:lstStyle/>
        <a:p>
          <a:endParaRPr lang="en-US"/>
        </a:p>
      </dgm:t>
    </dgm:pt>
    <dgm:pt modelId="{C8F45989-E8AC-45D3-B879-5286DFFBDC97}" type="sibTrans" cxnId="{3E006439-D803-4FF0-9F5B-4169F541299A}">
      <dgm:prSet/>
      <dgm:spPr/>
      <dgm:t>
        <a:bodyPr/>
        <a:lstStyle/>
        <a:p>
          <a:endParaRPr lang="en-US"/>
        </a:p>
      </dgm:t>
    </dgm:pt>
    <dgm:pt modelId="{AF2D495E-128A-4AEF-A36F-3C24F4FB468E}">
      <dgm:prSet phldrT="[Text]" custT="1"/>
      <dgm:spPr>
        <a:ln w="9525"/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latin typeface="+mj-lt"/>
            </a:rPr>
            <a:t>SLATE reporting readiness</a:t>
          </a:r>
          <a:endParaRPr lang="en-US" sz="1400" b="0" dirty="0">
            <a:latin typeface="+mj-lt"/>
          </a:endParaRPr>
        </a:p>
      </dgm:t>
    </dgm:pt>
    <dgm:pt modelId="{6DFCB250-4436-4210-8263-29658DA47E7D}" type="parTrans" cxnId="{3E55A46D-6CDB-400A-9525-DF35A8BA159E}">
      <dgm:prSet/>
      <dgm:spPr/>
      <dgm:t>
        <a:bodyPr/>
        <a:lstStyle/>
        <a:p>
          <a:endParaRPr lang="en-US"/>
        </a:p>
      </dgm:t>
    </dgm:pt>
    <dgm:pt modelId="{140DC97B-4242-44AC-B68A-8590E6BBF5B5}" type="sibTrans" cxnId="{3E55A46D-6CDB-400A-9525-DF35A8BA159E}">
      <dgm:prSet/>
      <dgm:spPr/>
      <dgm:t>
        <a:bodyPr/>
        <a:lstStyle/>
        <a:p>
          <a:endParaRPr lang="en-US"/>
        </a:p>
      </dgm:t>
    </dgm:pt>
    <dgm:pt modelId="{9A700930-4DB8-410F-BEE5-CBA5D13F633A}">
      <dgm:prSet phldrT="[Text]" custT="1"/>
      <dgm:spPr>
        <a:ln w="9525"/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b="0" dirty="0">
              <a:latin typeface="+mj-lt"/>
            </a:rPr>
            <a:t>Automation for recalls/returns + exception workflow</a:t>
          </a:r>
        </a:p>
      </dgm:t>
    </dgm:pt>
    <dgm:pt modelId="{04D0503E-E57D-4C55-B0A3-6D13340775BB}" type="parTrans" cxnId="{7AA45364-B6E6-4C16-AD03-C48E60E863DE}">
      <dgm:prSet/>
      <dgm:spPr/>
      <dgm:t>
        <a:bodyPr/>
        <a:lstStyle/>
        <a:p>
          <a:endParaRPr lang="en-US"/>
        </a:p>
      </dgm:t>
    </dgm:pt>
    <dgm:pt modelId="{B6699190-8BEE-4144-B5C5-FF7E56308CBC}" type="sibTrans" cxnId="{7AA45364-B6E6-4C16-AD03-C48E60E863DE}">
      <dgm:prSet/>
      <dgm:spPr/>
      <dgm:t>
        <a:bodyPr/>
        <a:lstStyle/>
        <a:p>
          <a:endParaRPr lang="en-US"/>
        </a:p>
      </dgm:t>
    </dgm:pt>
    <dgm:pt modelId="{369D093B-4DCB-4883-8D07-3EF6322BC3A7}">
      <dgm:prSet phldrT="[Text]" custT="1"/>
      <dgm:spPr>
        <a:ln w="9525"/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b="0" dirty="0">
              <a:latin typeface="+mj-lt"/>
            </a:rPr>
            <a:t>Outcome: faster cycle times, fewer exceptions, reporting readiness</a:t>
          </a:r>
        </a:p>
      </dgm:t>
    </dgm:pt>
    <dgm:pt modelId="{96BC2CE0-03CF-4350-9EDD-3CA1AA196714}" type="parTrans" cxnId="{41320329-462E-4DAF-9D5A-63114268AA68}">
      <dgm:prSet/>
      <dgm:spPr/>
      <dgm:t>
        <a:bodyPr/>
        <a:lstStyle/>
        <a:p>
          <a:endParaRPr lang="en-US"/>
        </a:p>
      </dgm:t>
    </dgm:pt>
    <dgm:pt modelId="{C0B27EE0-B54D-4DA3-AED0-EC4324971CEA}" type="sibTrans" cxnId="{41320329-462E-4DAF-9D5A-63114268AA68}">
      <dgm:prSet/>
      <dgm:spPr/>
      <dgm:t>
        <a:bodyPr/>
        <a:lstStyle/>
        <a:p>
          <a:endParaRPr lang="en-US"/>
        </a:p>
      </dgm:t>
    </dgm:pt>
    <dgm:pt modelId="{3918A2DA-911D-48B0-8AA0-CEF2B3E37FC7}">
      <dgm:prSet phldrT="[Text]" custT="1"/>
      <dgm:spPr/>
      <dgm:t>
        <a:bodyPr/>
        <a:lstStyle/>
        <a:p>
          <a:pPr algn="l"/>
          <a:r>
            <a:rPr lang="en-US" sz="1400" b="0" dirty="0">
              <a:latin typeface="+mj-lt"/>
            </a:rPr>
            <a:t>Dynamic pricing</a:t>
          </a:r>
        </a:p>
      </dgm:t>
    </dgm:pt>
    <dgm:pt modelId="{05AF2764-C16D-4794-ABBE-DDB5CFC83396}" type="parTrans" cxnId="{B4CCCBDB-B040-437D-8FC0-7F15D6258DA3}">
      <dgm:prSet/>
      <dgm:spPr/>
      <dgm:t>
        <a:bodyPr/>
        <a:lstStyle/>
        <a:p>
          <a:endParaRPr lang="en-US"/>
        </a:p>
      </dgm:t>
    </dgm:pt>
    <dgm:pt modelId="{0869DCBA-3EF9-4327-990D-04C204EFE0A6}" type="sibTrans" cxnId="{B4CCCBDB-B040-437D-8FC0-7F15D6258DA3}">
      <dgm:prSet/>
      <dgm:spPr/>
      <dgm:t>
        <a:bodyPr/>
        <a:lstStyle/>
        <a:p>
          <a:endParaRPr lang="en-US"/>
        </a:p>
      </dgm:t>
    </dgm:pt>
    <dgm:pt modelId="{B4D06569-78F4-443E-B84A-72026AE823B4}">
      <dgm:prSet phldrT="[Text]" custT="1"/>
      <dgm:spPr/>
      <dgm:t>
        <a:bodyPr/>
        <a:lstStyle/>
        <a:p>
          <a:pPr algn="l"/>
          <a:r>
            <a:rPr lang="en-US" sz="1400" dirty="0">
              <a:latin typeface="+mj-lt"/>
            </a:rPr>
            <a:t>Expand distribution: borrower connectivity + APIs, improve locate-to-borrow conversion</a:t>
          </a:r>
        </a:p>
      </dgm:t>
    </dgm:pt>
    <dgm:pt modelId="{DA480E70-3EFE-4868-ABEE-45F93CDD951C}" type="parTrans" cxnId="{48F4659D-A268-47D5-8C7C-E648C39FEE4A}">
      <dgm:prSet/>
      <dgm:spPr/>
      <dgm:t>
        <a:bodyPr/>
        <a:lstStyle/>
        <a:p>
          <a:endParaRPr lang="en-US"/>
        </a:p>
      </dgm:t>
    </dgm:pt>
    <dgm:pt modelId="{988813A0-4B37-4FE6-8AF9-465E949017E5}" type="sibTrans" cxnId="{48F4659D-A268-47D5-8C7C-E648C39FEE4A}">
      <dgm:prSet/>
      <dgm:spPr/>
      <dgm:t>
        <a:bodyPr/>
        <a:lstStyle/>
        <a:p>
          <a:endParaRPr lang="en-US"/>
        </a:p>
      </dgm:t>
    </dgm:pt>
    <dgm:pt modelId="{34F8AF38-7DB0-49D6-BAEF-ACC1611BDB7B}">
      <dgm:prSet phldrT="[Text]" custT="1"/>
      <dgm:spPr/>
      <dgm:t>
        <a:bodyPr/>
        <a:lstStyle/>
        <a:p>
          <a:pPr algn="l"/>
          <a:r>
            <a:rPr lang="en-US" sz="1400" dirty="0">
              <a:latin typeface="+mj-lt"/>
            </a:rPr>
            <a:t>Outcome: revenue uplift + improved margin per trade + improved borrower experience</a:t>
          </a:r>
        </a:p>
      </dgm:t>
    </dgm:pt>
    <dgm:pt modelId="{FC93B5C9-377A-4D80-B71D-81F3F8D9A2FA}" type="parTrans" cxnId="{4569B65F-F418-4B9B-9D68-79466C039AEA}">
      <dgm:prSet/>
      <dgm:spPr/>
      <dgm:t>
        <a:bodyPr/>
        <a:lstStyle/>
        <a:p>
          <a:endParaRPr lang="en-US"/>
        </a:p>
      </dgm:t>
    </dgm:pt>
    <dgm:pt modelId="{004C645D-0B90-4135-AACB-C5247A438B35}" type="sibTrans" cxnId="{4569B65F-F418-4B9B-9D68-79466C039AEA}">
      <dgm:prSet/>
      <dgm:spPr/>
      <dgm:t>
        <a:bodyPr/>
        <a:lstStyle/>
        <a:p>
          <a:endParaRPr lang="en-US"/>
        </a:p>
      </dgm:t>
    </dgm:pt>
    <dgm:pt modelId="{1EDB3F56-502C-41BD-AC86-00BA84E169E4}">
      <dgm:prSet phldrT="[Text]" custT="1"/>
      <dgm:spPr/>
      <dgm:t>
        <a:bodyPr/>
        <a:lstStyle/>
        <a:p>
          <a:pPr algn="l"/>
          <a:r>
            <a:rPr lang="en-US" sz="1400" dirty="0">
              <a:latin typeface="+mj-lt"/>
            </a:rPr>
            <a:t>Unified real-time platform</a:t>
          </a:r>
        </a:p>
        <a:p>
          <a:pPr algn="l"/>
          <a:r>
            <a:rPr lang="en-US" sz="1400" dirty="0">
              <a:latin typeface="+mj-lt"/>
            </a:rPr>
            <a:t>DLT-enabled post-trade modernization shared record / reduced reconciliation</a:t>
          </a:r>
        </a:p>
      </dgm:t>
    </dgm:pt>
    <dgm:pt modelId="{07D0ADBF-5D48-495F-98DC-B154D15BA31D}" type="parTrans" cxnId="{9927B89F-26BB-4CA1-9A84-24BA5CB742BE}">
      <dgm:prSet/>
      <dgm:spPr/>
      <dgm:t>
        <a:bodyPr/>
        <a:lstStyle/>
        <a:p>
          <a:endParaRPr lang="en-US"/>
        </a:p>
      </dgm:t>
    </dgm:pt>
    <dgm:pt modelId="{3A30BB5C-5601-47AF-B6B0-FA438951E667}" type="sibTrans" cxnId="{9927B89F-26BB-4CA1-9A84-24BA5CB742BE}">
      <dgm:prSet/>
      <dgm:spPr/>
      <dgm:t>
        <a:bodyPr/>
        <a:lstStyle/>
        <a:p>
          <a:endParaRPr lang="en-US"/>
        </a:p>
      </dgm:t>
    </dgm:pt>
    <dgm:pt modelId="{13E8C1F6-6E9D-4622-83AA-498092457B11}">
      <dgm:prSet phldrT="[Text]" custT="1"/>
      <dgm:spPr/>
      <dgm:t>
        <a:bodyPr/>
        <a:lstStyle/>
        <a:p>
          <a:pPr algn="l"/>
          <a:r>
            <a:rPr lang="en-US" sz="1400" dirty="0">
              <a:latin typeface="+mj-lt"/>
            </a:rPr>
            <a:t>Outcome: differentiation through scalability, resilience, and cost efficiency</a:t>
          </a:r>
        </a:p>
      </dgm:t>
    </dgm:pt>
    <dgm:pt modelId="{5ACB1315-6A45-49D6-B4AB-E2BD8272B2D0}" type="parTrans" cxnId="{109293E0-4A14-4A50-BD9C-3B983F64B3B1}">
      <dgm:prSet/>
      <dgm:spPr/>
      <dgm:t>
        <a:bodyPr/>
        <a:lstStyle/>
        <a:p>
          <a:endParaRPr lang="en-US"/>
        </a:p>
      </dgm:t>
    </dgm:pt>
    <dgm:pt modelId="{53DA08DA-5878-4EDB-A1F2-9E8CDD5C85B9}" type="sibTrans" cxnId="{109293E0-4A14-4A50-BD9C-3B983F64B3B1}">
      <dgm:prSet/>
      <dgm:spPr/>
      <dgm:t>
        <a:bodyPr/>
        <a:lstStyle/>
        <a:p>
          <a:endParaRPr lang="en-US"/>
        </a:p>
      </dgm:t>
    </dgm:pt>
    <dgm:pt modelId="{24A59415-7EBD-47C8-BCDD-22EDE85C1C14}" type="pres">
      <dgm:prSet presAssocID="{09D65AA8-BE28-4B80-BF77-968AB88E3963}" presName="Name0" presStyleCnt="0">
        <dgm:presLayoutVars>
          <dgm:dir/>
          <dgm:animLvl val="lvl"/>
          <dgm:resizeHandles val="exact"/>
        </dgm:presLayoutVars>
      </dgm:prSet>
      <dgm:spPr/>
    </dgm:pt>
    <dgm:pt modelId="{DF466D34-D3E3-4EF2-88BB-8ED78F6C3BE9}" type="pres">
      <dgm:prSet presAssocID="{4F655D97-34A1-4B0A-8CB9-A80FD4268C4C}" presName="composite" presStyleCnt="0"/>
      <dgm:spPr/>
    </dgm:pt>
    <dgm:pt modelId="{255AAF87-9FC2-4B8B-B41D-9DEAF6A86537}" type="pres">
      <dgm:prSet presAssocID="{4F655D97-34A1-4B0A-8CB9-A80FD4268C4C}" presName="parTx" presStyleLbl="node1" presStyleIdx="0" presStyleCnt="3" custAng="0">
        <dgm:presLayoutVars>
          <dgm:chMax val="0"/>
          <dgm:chPref val="0"/>
          <dgm:bulletEnabled val="1"/>
        </dgm:presLayoutVars>
      </dgm:prSet>
      <dgm:spPr/>
    </dgm:pt>
    <dgm:pt modelId="{C9550DAA-DCFF-4FA5-A905-2EEB8A25E8AB}" type="pres">
      <dgm:prSet presAssocID="{4F655D97-34A1-4B0A-8CB9-A80FD4268C4C}" presName="desTx" presStyleLbl="revTx" presStyleIdx="0" presStyleCnt="3" custScaleY="69848" custLinFactNeighborX="1477" custLinFactNeighborY="-17770">
        <dgm:presLayoutVars>
          <dgm:bulletEnabled val="1"/>
        </dgm:presLayoutVars>
      </dgm:prSet>
      <dgm:spPr/>
    </dgm:pt>
    <dgm:pt modelId="{2572EBBA-B917-4E47-AA5D-C02F3BE2D040}" type="pres">
      <dgm:prSet presAssocID="{4850FAF4-A53C-4C49-ACDB-09BA1E69BC1C}" presName="space" presStyleCnt="0"/>
      <dgm:spPr/>
    </dgm:pt>
    <dgm:pt modelId="{87D0F09A-8D99-40F5-AAE1-2C46350A9B1F}" type="pres">
      <dgm:prSet presAssocID="{6E459B25-972F-493B-8DB0-2B0EC7A9504A}" presName="composite" presStyleCnt="0"/>
      <dgm:spPr/>
    </dgm:pt>
    <dgm:pt modelId="{7BE84D30-EAA9-4B90-9C01-9A7C3FE336DA}" type="pres">
      <dgm:prSet presAssocID="{6E459B25-972F-493B-8DB0-2B0EC7A9504A}" presName="parTx" presStyleLbl="node1" presStyleIdx="1" presStyleCnt="3" custAng="0">
        <dgm:presLayoutVars>
          <dgm:chMax val="0"/>
          <dgm:chPref val="0"/>
          <dgm:bulletEnabled val="1"/>
        </dgm:presLayoutVars>
      </dgm:prSet>
      <dgm:spPr/>
    </dgm:pt>
    <dgm:pt modelId="{9077EA5E-AC91-47BA-8A33-703044A5F009}" type="pres">
      <dgm:prSet presAssocID="{6E459B25-972F-493B-8DB0-2B0EC7A9504A}" presName="desTx" presStyleLbl="revTx" presStyleIdx="1" presStyleCnt="3">
        <dgm:presLayoutVars>
          <dgm:bulletEnabled val="1"/>
        </dgm:presLayoutVars>
      </dgm:prSet>
      <dgm:spPr/>
    </dgm:pt>
    <dgm:pt modelId="{47FF7282-CADA-473E-8EAB-0920DF6F6DAB}" type="pres">
      <dgm:prSet presAssocID="{BDE38FD4-2CE1-452B-91BD-B8E5E4FD7ECC}" presName="space" presStyleCnt="0"/>
      <dgm:spPr/>
    </dgm:pt>
    <dgm:pt modelId="{B10EC020-D8D7-4DE8-AAC9-5C9D6B6E0CA6}" type="pres">
      <dgm:prSet presAssocID="{6AB5BC55-D389-417E-9F8E-CE61CCCEA80D}" presName="composite" presStyleCnt="0"/>
      <dgm:spPr/>
    </dgm:pt>
    <dgm:pt modelId="{3A04D412-246C-442E-8F68-B5BCDCC2AAA8}" type="pres">
      <dgm:prSet presAssocID="{6AB5BC55-D389-417E-9F8E-CE61CCCEA80D}" presName="parTx" presStyleLbl="node1" presStyleIdx="2" presStyleCnt="3" custAng="0">
        <dgm:presLayoutVars>
          <dgm:chMax val="0"/>
          <dgm:chPref val="0"/>
          <dgm:bulletEnabled val="1"/>
        </dgm:presLayoutVars>
      </dgm:prSet>
      <dgm:spPr/>
    </dgm:pt>
    <dgm:pt modelId="{490880AC-7F7C-433E-B931-BD7092EC21BF}" type="pres">
      <dgm:prSet presAssocID="{6AB5BC55-D389-417E-9F8E-CE61CCCEA80D}" presName="desTx" presStyleLbl="revTx" presStyleIdx="2" presStyleCnt="3">
        <dgm:presLayoutVars>
          <dgm:bulletEnabled val="1"/>
        </dgm:presLayoutVars>
      </dgm:prSet>
      <dgm:spPr/>
    </dgm:pt>
  </dgm:ptLst>
  <dgm:cxnLst>
    <dgm:cxn modelId="{5E4EAA00-D133-4966-85EC-63680B439C22}" type="presOf" srcId="{AF2D495E-128A-4AEF-A36F-3C24F4FB468E}" destId="{C9550DAA-DCFF-4FA5-A905-2EEB8A25E8AB}" srcOrd="0" destOrd="1" presId="urn:microsoft.com/office/officeart/2005/8/layout/chevron1"/>
    <dgm:cxn modelId="{BB930E17-B27B-43AE-BC12-4A0E66C49E6F}" srcId="{09D65AA8-BE28-4B80-BF77-968AB88E3963}" destId="{6AB5BC55-D389-417E-9F8E-CE61CCCEA80D}" srcOrd="2" destOrd="0" parTransId="{DC3AE58C-0619-4806-8AFA-4ECF8DE6AF12}" sibTransId="{00F5533A-0816-4977-95A4-49F58207EB89}"/>
    <dgm:cxn modelId="{B925BC28-B6B1-465B-A488-B792619D4EC4}" srcId="{6E459B25-972F-493B-8DB0-2B0EC7A9504A}" destId="{3940D2E9-6665-41BF-A991-4719F564CD5B}" srcOrd="0" destOrd="0" parTransId="{955ACCA2-7FF8-4C3A-B9E2-E443E6CE2657}" sibTransId="{6B944F8B-B1E5-4B17-A76E-D6B619F912E4}"/>
    <dgm:cxn modelId="{41320329-462E-4DAF-9D5A-63114268AA68}" srcId="{4F655D97-34A1-4B0A-8CB9-A80FD4268C4C}" destId="{369D093B-4DCB-4883-8D07-3EF6322BC3A7}" srcOrd="3" destOrd="0" parTransId="{96BC2CE0-03CF-4350-9EDD-3CA1AA196714}" sibTransId="{C0B27EE0-B54D-4DA3-AED0-EC4324971CEA}"/>
    <dgm:cxn modelId="{97F89D35-4814-4044-AAE8-BB7E3A871E73}" type="presOf" srcId="{369D093B-4DCB-4883-8D07-3EF6322BC3A7}" destId="{C9550DAA-DCFF-4FA5-A905-2EEB8A25E8AB}" srcOrd="0" destOrd="3" presId="urn:microsoft.com/office/officeart/2005/8/layout/chevron1"/>
    <dgm:cxn modelId="{CBF2D436-08E1-40AD-A3FD-779A34750C46}" type="presOf" srcId="{6E459B25-972F-493B-8DB0-2B0EC7A9504A}" destId="{7BE84D30-EAA9-4B90-9C01-9A7C3FE336DA}" srcOrd="0" destOrd="0" presId="urn:microsoft.com/office/officeart/2005/8/layout/chevron1"/>
    <dgm:cxn modelId="{C983B138-B95F-48CC-9AE1-43B5F5F61FB2}" type="presOf" srcId="{6AB5BC55-D389-417E-9F8E-CE61CCCEA80D}" destId="{3A04D412-246C-442E-8F68-B5BCDCC2AAA8}" srcOrd="0" destOrd="0" presId="urn:microsoft.com/office/officeart/2005/8/layout/chevron1"/>
    <dgm:cxn modelId="{3E006439-D803-4FF0-9F5B-4169F541299A}" srcId="{6AB5BC55-D389-417E-9F8E-CE61CCCEA80D}" destId="{C32F9E21-34DF-4973-A140-2BC558703D87}" srcOrd="0" destOrd="0" parTransId="{0BCCE883-1546-4CD4-A84A-4DA43330C3B2}" sibTransId="{C8F45989-E8AC-45D3-B879-5286DFFBDC97}"/>
    <dgm:cxn modelId="{250C555D-2F38-46BA-A6A3-00820043E249}" srcId="{09D65AA8-BE28-4B80-BF77-968AB88E3963}" destId="{4F655D97-34A1-4B0A-8CB9-A80FD4268C4C}" srcOrd="0" destOrd="0" parTransId="{C56FFD76-CF3F-4738-B6A6-1647170CCBBF}" sibTransId="{4850FAF4-A53C-4C49-ACDB-09BA1E69BC1C}"/>
    <dgm:cxn modelId="{4569B65F-F418-4B9B-9D68-79466C039AEA}" srcId="{6E459B25-972F-493B-8DB0-2B0EC7A9504A}" destId="{34F8AF38-7DB0-49D6-BAEF-ACC1611BDB7B}" srcOrd="3" destOrd="0" parTransId="{FC93B5C9-377A-4D80-B71D-81F3F8D9A2FA}" sibTransId="{004C645D-0B90-4135-AACB-C5247A438B35}"/>
    <dgm:cxn modelId="{7AA45364-B6E6-4C16-AD03-C48E60E863DE}" srcId="{4F655D97-34A1-4B0A-8CB9-A80FD4268C4C}" destId="{9A700930-4DB8-410F-BEE5-CBA5D13F633A}" srcOrd="2" destOrd="0" parTransId="{04D0503E-E57D-4C55-B0A3-6D13340775BB}" sibTransId="{B6699190-8BEE-4144-B5C5-FF7E56308CBC}"/>
    <dgm:cxn modelId="{3E55A46D-6CDB-400A-9525-DF35A8BA159E}" srcId="{4F655D97-34A1-4B0A-8CB9-A80FD4268C4C}" destId="{AF2D495E-128A-4AEF-A36F-3C24F4FB468E}" srcOrd="1" destOrd="0" parTransId="{6DFCB250-4436-4210-8263-29658DA47E7D}" sibTransId="{140DC97B-4242-44AC-B68A-8590E6BBF5B5}"/>
    <dgm:cxn modelId="{9266F472-E4F6-4D2F-A102-47F259529079}" type="presOf" srcId="{34F8AF38-7DB0-49D6-BAEF-ACC1611BDB7B}" destId="{9077EA5E-AC91-47BA-8A33-703044A5F009}" srcOrd="0" destOrd="3" presId="urn:microsoft.com/office/officeart/2005/8/layout/chevron1"/>
    <dgm:cxn modelId="{7DA4BA55-0EB5-44CD-B1A9-A59570DC3637}" type="presOf" srcId="{1EDB3F56-502C-41BD-AC86-00BA84E169E4}" destId="{490880AC-7F7C-433E-B931-BD7092EC21BF}" srcOrd="0" destOrd="1" presId="urn:microsoft.com/office/officeart/2005/8/layout/chevron1"/>
    <dgm:cxn modelId="{DCD5FD7A-ED9A-469C-A970-836B4BAA84C2}" type="presOf" srcId="{B4D06569-78F4-443E-B84A-72026AE823B4}" destId="{9077EA5E-AC91-47BA-8A33-703044A5F009}" srcOrd="0" destOrd="2" presId="urn:microsoft.com/office/officeart/2005/8/layout/chevron1"/>
    <dgm:cxn modelId="{715D287D-F0FE-4F4B-82E3-26EE8064A8ED}" type="presOf" srcId="{3940D2E9-6665-41BF-A991-4719F564CD5B}" destId="{9077EA5E-AC91-47BA-8A33-703044A5F009}" srcOrd="0" destOrd="0" presId="urn:microsoft.com/office/officeart/2005/8/layout/chevron1"/>
    <dgm:cxn modelId="{3C4A048A-7D3D-4169-967C-3C47799BDDDC}" type="presOf" srcId="{1B822A16-7A9C-4489-8B9E-3CC4C4D50A21}" destId="{C9550DAA-DCFF-4FA5-A905-2EEB8A25E8AB}" srcOrd="0" destOrd="0" presId="urn:microsoft.com/office/officeart/2005/8/layout/chevron1"/>
    <dgm:cxn modelId="{17D01F92-70F0-42BC-8445-6B9EE7B18919}" srcId="{09D65AA8-BE28-4B80-BF77-968AB88E3963}" destId="{6E459B25-972F-493B-8DB0-2B0EC7A9504A}" srcOrd="1" destOrd="0" parTransId="{CB2EEBB8-2737-4F21-8AD6-EC04FB36A476}" sibTransId="{BDE38FD4-2CE1-452B-91BD-B8E5E4FD7ECC}"/>
    <dgm:cxn modelId="{48F4659D-A268-47D5-8C7C-E648C39FEE4A}" srcId="{6E459B25-972F-493B-8DB0-2B0EC7A9504A}" destId="{B4D06569-78F4-443E-B84A-72026AE823B4}" srcOrd="2" destOrd="0" parTransId="{DA480E70-3EFE-4868-ABEE-45F93CDD951C}" sibTransId="{988813A0-4B37-4FE6-8AF9-465E949017E5}"/>
    <dgm:cxn modelId="{9927B89F-26BB-4CA1-9A84-24BA5CB742BE}" srcId="{6AB5BC55-D389-417E-9F8E-CE61CCCEA80D}" destId="{1EDB3F56-502C-41BD-AC86-00BA84E169E4}" srcOrd="1" destOrd="0" parTransId="{07D0ADBF-5D48-495F-98DC-B154D15BA31D}" sibTransId="{3A30BB5C-5601-47AF-B6B0-FA438951E667}"/>
    <dgm:cxn modelId="{649807BB-F5D9-4352-A4FA-085DA8140C41}" type="presOf" srcId="{9A700930-4DB8-410F-BEE5-CBA5D13F633A}" destId="{C9550DAA-DCFF-4FA5-A905-2EEB8A25E8AB}" srcOrd="0" destOrd="2" presId="urn:microsoft.com/office/officeart/2005/8/layout/chevron1"/>
    <dgm:cxn modelId="{F1E200CF-F95A-45FB-B8FF-259195C30DA3}" srcId="{4F655D97-34A1-4B0A-8CB9-A80FD4268C4C}" destId="{1B822A16-7A9C-4489-8B9E-3CC4C4D50A21}" srcOrd="0" destOrd="0" parTransId="{5BFEE09B-4868-4B25-A650-DDEB2C873FFA}" sibTransId="{75FA2D86-7834-4E2D-AC95-2046E5E6A1ED}"/>
    <dgm:cxn modelId="{0AC3AED4-D7FF-4980-960E-6525E1E36DC5}" type="presOf" srcId="{C32F9E21-34DF-4973-A140-2BC558703D87}" destId="{490880AC-7F7C-433E-B931-BD7092EC21BF}" srcOrd="0" destOrd="0" presId="urn:microsoft.com/office/officeart/2005/8/layout/chevron1"/>
    <dgm:cxn modelId="{B4CCCBDB-B040-437D-8FC0-7F15D6258DA3}" srcId="{6E459B25-972F-493B-8DB0-2B0EC7A9504A}" destId="{3918A2DA-911D-48B0-8AA0-CEF2B3E37FC7}" srcOrd="1" destOrd="0" parTransId="{05AF2764-C16D-4794-ABBE-DDB5CFC83396}" sibTransId="{0869DCBA-3EF9-4327-990D-04C204EFE0A6}"/>
    <dgm:cxn modelId="{109293E0-4A14-4A50-BD9C-3B983F64B3B1}" srcId="{6AB5BC55-D389-417E-9F8E-CE61CCCEA80D}" destId="{13E8C1F6-6E9D-4622-83AA-498092457B11}" srcOrd="2" destOrd="0" parTransId="{5ACB1315-6A45-49D6-B4AB-E2BD8272B2D0}" sibTransId="{53DA08DA-5878-4EDB-A1F2-9E8CDD5C85B9}"/>
    <dgm:cxn modelId="{C5E9C3E5-447D-4CB3-8801-EF7605CEDE28}" type="presOf" srcId="{3918A2DA-911D-48B0-8AA0-CEF2B3E37FC7}" destId="{9077EA5E-AC91-47BA-8A33-703044A5F009}" srcOrd="0" destOrd="1" presId="urn:microsoft.com/office/officeart/2005/8/layout/chevron1"/>
    <dgm:cxn modelId="{B1D0D0E7-74B5-4FB9-AF27-D530B0577EF9}" type="presOf" srcId="{4F655D97-34A1-4B0A-8CB9-A80FD4268C4C}" destId="{255AAF87-9FC2-4B8B-B41D-9DEAF6A86537}" srcOrd="0" destOrd="0" presId="urn:microsoft.com/office/officeart/2005/8/layout/chevron1"/>
    <dgm:cxn modelId="{1F70A1F4-AC7D-4FD9-A2A3-1CF8B4FCE2CB}" type="presOf" srcId="{09D65AA8-BE28-4B80-BF77-968AB88E3963}" destId="{24A59415-7EBD-47C8-BCDD-22EDE85C1C14}" srcOrd="0" destOrd="0" presId="urn:microsoft.com/office/officeart/2005/8/layout/chevron1"/>
    <dgm:cxn modelId="{625441FF-1BDC-4452-9633-9C88C79D5AD3}" type="presOf" srcId="{13E8C1F6-6E9D-4622-83AA-498092457B11}" destId="{490880AC-7F7C-433E-B931-BD7092EC21BF}" srcOrd="0" destOrd="2" presId="urn:microsoft.com/office/officeart/2005/8/layout/chevron1"/>
    <dgm:cxn modelId="{538DBD2F-F1B4-4C8E-93F7-AE9CB627627A}" type="presParOf" srcId="{24A59415-7EBD-47C8-BCDD-22EDE85C1C14}" destId="{DF466D34-D3E3-4EF2-88BB-8ED78F6C3BE9}" srcOrd="0" destOrd="0" presId="urn:microsoft.com/office/officeart/2005/8/layout/chevron1"/>
    <dgm:cxn modelId="{4FB6B405-D092-46A9-BA81-739ABB9AB087}" type="presParOf" srcId="{DF466D34-D3E3-4EF2-88BB-8ED78F6C3BE9}" destId="{255AAF87-9FC2-4B8B-B41D-9DEAF6A86537}" srcOrd="0" destOrd="0" presId="urn:microsoft.com/office/officeart/2005/8/layout/chevron1"/>
    <dgm:cxn modelId="{FA1F374D-E00E-4792-8800-960C0CED6C42}" type="presParOf" srcId="{DF466D34-D3E3-4EF2-88BB-8ED78F6C3BE9}" destId="{C9550DAA-DCFF-4FA5-A905-2EEB8A25E8AB}" srcOrd="1" destOrd="0" presId="urn:microsoft.com/office/officeart/2005/8/layout/chevron1"/>
    <dgm:cxn modelId="{58C2253D-1636-4ACE-A5DD-C461D04A4697}" type="presParOf" srcId="{24A59415-7EBD-47C8-BCDD-22EDE85C1C14}" destId="{2572EBBA-B917-4E47-AA5D-C02F3BE2D040}" srcOrd="1" destOrd="0" presId="urn:microsoft.com/office/officeart/2005/8/layout/chevron1"/>
    <dgm:cxn modelId="{40FDD8E3-A966-42C7-A089-668E5F0B5F5A}" type="presParOf" srcId="{24A59415-7EBD-47C8-BCDD-22EDE85C1C14}" destId="{87D0F09A-8D99-40F5-AAE1-2C46350A9B1F}" srcOrd="2" destOrd="0" presId="urn:microsoft.com/office/officeart/2005/8/layout/chevron1"/>
    <dgm:cxn modelId="{F5439567-E390-4559-9BDE-9CDAFDDDF123}" type="presParOf" srcId="{87D0F09A-8D99-40F5-AAE1-2C46350A9B1F}" destId="{7BE84D30-EAA9-4B90-9C01-9A7C3FE336DA}" srcOrd="0" destOrd="0" presId="urn:microsoft.com/office/officeart/2005/8/layout/chevron1"/>
    <dgm:cxn modelId="{4A95D878-BA30-47F6-839F-DC1F2983481E}" type="presParOf" srcId="{87D0F09A-8D99-40F5-AAE1-2C46350A9B1F}" destId="{9077EA5E-AC91-47BA-8A33-703044A5F009}" srcOrd="1" destOrd="0" presId="urn:microsoft.com/office/officeart/2005/8/layout/chevron1"/>
    <dgm:cxn modelId="{BDA14DE5-362A-4C6A-9509-E424521B3073}" type="presParOf" srcId="{24A59415-7EBD-47C8-BCDD-22EDE85C1C14}" destId="{47FF7282-CADA-473E-8EAB-0920DF6F6DAB}" srcOrd="3" destOrd="0" presId="urn:microsoft.com/office/officeart/2005/8/layout/chevron1"/>
    <dgm:cxn modelId="{365EC26B-15A6-44C4-B987-535C50DA076B}" type="presParOf" srcId="{24A59415-7EBD-47C8-BCDD-22EDE85C1C14}" destId="{B10EC020-D8D7-4DE8-AAC9-5C9D6B6E0CA6}" srcOrd="4" destOrd="0" presId="urn:microsoft.com/office/officeart/2005/8/layout/chevron1"/>
    <dgm:cxn modelId="{7F624439-D29E-43D7-AC01-9A1D79DA7863}" type="presParOf" srcId="{B10EC020-D8D7-4DE8-AAC9-5C9D6B6E0CA6}" destId="{3A04D412-246C-442E-8F68-B5BCDCC2AAA8}" srcOrd="0" destOrd="0" presId="urn:microsoft.com/office/officeart/2005/8/layout/chevron1"/>
    <dgm:cxn modelId="{2714B0D9-E1BD-4278-9F19-2C1CC672C88D}" type="presParOf" srcId="{B10EC020-D8D7-4DE8-AAC9-5C9D6B6E0CA6}" destId="{490880AC-7F7C-433E-B931-BD7092EC21BF}" srcOrd="1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5AAF87-9FC2-4B8B-B41D-9DEAF6A86537}">
      <dsp:nvSpPr>
        <dsp:cNvPr id="0" name=""/>
        <dsp:cNvSpPr/>
      </dsp:nvSpPr>
      <dsp:spPr>
        <a:xfrm>
          <a:off x="7780" y="1393287"/>
          <a:ext cx="3947355" cy="1578942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Phase 1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(0-9Months)</a:t>
          </a:r>
        </a:p>
      </dsp:txBody>
      <dsp:txXfrm>
        <a:off x="797251" y="1393287"/>
        <a:ext cx="2368413" cy="1578942"/>
      </dsp:txXfrm>
    </dsp:sp>
    <dsp:sp modelId="{C9550DAA-DCFF-4FA5-A905-2EEB8A25E8AB}">
      <dsp:nvSpPr>
        <dsp:cNvPr id="0" name=""/>
        <dsp:cNvSpPr/>
      </dsp:nvSpPr>
      <dsp:spPr>
        <a:xfrm>
          <a:off x="54422" y="3147773"/>
          <a:ext cx="3157884" cy="565849"/>
        </a:xfrm>
        <a:prstGeom prst="rect">
          <a:avLst/>
        </a:prstGeom>
        <a:noFill/>
        <a:ln w="9525"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b="1" kern="1200" dirty="0">
              <a:latin typeface="+mj-lt"/>
            </a:rPr>
            <a:t>Regulatory Ready + Quick Wins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latin typeface="+mj-lt"/>
            </a:rPr>
            <a:t>SLATE reporting readiness</a:t>
          </a:r>
          <a:endParaRPr lang="en-US" sz="1400" b="0" kern="1200" dirty="0">
            <a:latin typeface="+mj-lt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 dirty="0">
              <a:latin typeface="+mj-lt"/>
            </a:rPr>
            <a:t>Automation for recalls/returns + exception workflow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 dirty="0">
              <a:latin typeface="+mj-lt"/>
            </a:rPr>
            <a:t>Outcome: faster cycle times, fewer exceptions, reporting readiness</a:t>
          </a:r>
        </a:p>
      </dsp:txBody>
      <dsp:txXfrm>
        <a:off x="54422" y="3147773"/>
        <a:ext cx="3157884" cy="565849"/>
      </dsp:txXfrm>
    </dsp:sp>
    <dsp:sp modelId="{7BE84D30-EAA9-4B90-9C01-9A7C3FE336DA}">
      <dsp:nvSpPr>
        <dsp:cNvPr id="0" name=""/>
        <dsp:cNvSpPr/>
      </dsp:nvSpPr>
      <dsp:spPr>
        <a:xfrm>
          <a:off x="3739346" y="1332221"/>
          <a:ext cx="3943500" cy="1578942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Phase 2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(9-18Months)</a:t>
          </a:r>
        </a:p>
      </dsp:txBody>
      <dsp:txXfrm>
        <a:off x="4528817" y="1332221"/>
        <a:ext cx="2364558" cy="1578942"/>
      </dsp:txXfrm>
    </dsp:sp>
    <dsp:sp modelId="{9077EA5E-AC91-47BA-8A33-703044A5F009}">
      <dsp:nvSpPr>
        <dsp:cNvPr id="0" name=""/>
        <dsp:cNvSpPr/>
      </dsp:nvSpPr>
      <dsp:spPr>
        <a:xfrm>
          <a:off x="3739346" y="3108531"/>
          <a:ext cx="3154800" cy="810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1" kern="1200" dirty="0">
              <a:latin typeface="+mj-lt"/>
            </a:rPr>
            <a:t>Scale platform + optimize economics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 dirty="0">
              <a:latin typeface="+mj-lt"/>
            </a:rPr>
            <a:t>Dynamic pricing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+mj-lt"/>
            </a:rPr>
            <a:t>Expand distribution: borrower connectivity + APIs, improve locate-to-borrow conversion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+mj-lt"/>
            </a:rPr>
            <a:t>Outcome: revenue uplift + improved margin per trade + improved borrower experience</a:t>
          </a:r>
        </a:p>
      </dsp:txBody>
      <dsp:txXfrm>
        <a:off x="3739346" y="3108531"/>
        <a:ext cx="3154800" cy="810115"/>
      </dsp:txXfrm>
    </dsp:sp>
    <dsp:sp modelId="{3A04D412-246C-442E-8F68-B5BCDCC2AAA8}">
      <dsp:nvSpPr>
        <dsp:cNvPr id="0" name=""/>
        <dsp:cNvSpPr/>
      </dsp:nvSpPr>
      <dsp:spPr>
        <a:xfrm>
          <a:off x="7467057" y="1332221"/>
          <a:ext cx="3943500" cy="1578942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Phase 3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(18-36Months)</a:t>
          </a:r>
        </a:p>
      </dsp:txBody>
      <dsp:txXfrm>
        <a:off x="8256528" y="1332221"/>
        <a:ext cx="2364558" cy="1578942"/>
      </dsp:txXfrm>
    </dsp:sp>
    <dsp:sp modelId="{490880AC-7F7C-433E-B931-BD7092EC21BF}">
      <dsp:nvSpPr>
        <dsp:cNvPr id="0" name=""/>
        <dsp:cNvSpPr/>
      </dsp:nvSpPr>
      <dsp:spPr>
        <a:xfrm>
          <a:off x="7467057" y="3108531"/>
          <a:ext cx="3154800" cy="810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1" kern="1200" dirty="0">
              <a:latin typeface="+mj-lt"/>
            </a:rPr>
            <a:t>Next-gen platform capabilities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+mj-lt"/>
            </a:rPr>
            <a:t>Unified real-time platform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+mj-lt"/>
            </a:rPr>
            <a:t>DLT-enabled post-trade modernization shared record / reduced reconciliation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+mj-lt"/>
            </a:rPr>
            <a:t>Outcome: differentiation through scalability, resilience, and cost efficiency</a:t>
          </a:r>
        </a:p>
      </dsp:txBody>
      <dsp:txXfrm>
        <a:off x="7467057" y="3108531"/>
        <a:ext cx="3154800" cy="8101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A14B-867C-4569-A715-23688887A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E20BFD-B51C-4E00-A272-684FC12D1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B806B-D998-4571-9F0D-B1C972747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1FE-88B4-4986-88FC-4808EA525D3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F64FC-5A6D-48D7-B390-26283EA2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28D87-7C83-49E6-87C4-A907648C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10EB6-2120-432E-9497-4BF3ECBC6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34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AF74-2E38-4B28-8311-6C7CFE8F9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4759A-7CA6-46DC-834D-481CAAC51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EC47F-95EE-4830-99C1-438311C68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1FE-88B4-4986-88FC-4808EA525D3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B98DA-9562-4657-9F3A-34791E7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78D71-6259-460E-817D-4022E4A3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10EB6-2120-432E-9497-4BF3ECBC6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14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4409E-7C87-4C97-AA7F-3788D0EAA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81988-BCB0-4A1A-A4AA-95A8CE927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DCE3C-6A53-47E9-81A4-29E0F5CD9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1FE-88B4-4986-88FC-4808EA525D3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1D1A9-46E4-46AD-B57B-FFA283D5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10CEC-66FF-442D-829B-54754F6EB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10EB6-2120-432E-9497-4BF3ECBC6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29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066A-703A-4EFD-A57E-0C13116F8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D6074-1C38-4190-AB54-E8C8CA404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EA970-B8B7-47FD-855D-7F56356F2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68749-EA48-42BD-AFE7-9ECBABC62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1FE-88B4-4986-88FC-4808EA525D3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47304-997E-4F80-BB6C-3D91CEDE7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92578-5707-4C20-96E2-037B1B93B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10EB6-2120-432E-9497-4BF3ECBC6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4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251FB-27EF-46BC-8A64-CC984EFAA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47953-32A3-440B-A93B-3D533AEC3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DE723-D566-4A9F-A179-97913A3FE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F11C77-0C19-4DBE-A434-B64BF0327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E86EDC-94A1-44FE-8891-74DFA810F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2D6E5-1109-4122-A412-50A8B903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1FE-88B4-4986-88FC-4808EA525D3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D9EC0A-80D6-4DE6-986B-CC9A5116F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122422-1F48-4D72-A50C-00EB9518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10EB6-2120-432E-9497-4BF3ECBC6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7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7C7CB-C6D5-4595-B0D1-06A437C1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F1264-2C2F-471E-B081-7F107CF1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1FE-88B4-4986-88FC-4808EA525D3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C5E40-E49B-4F13-B670-DFFC90958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55AF71-E6EA-49A0-A729-8C0DD985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10EB6-2120-432E-9497-4BF3ECBC6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7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E8DE9-CF0B-4F81-A7F0-B8D7301D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1FE-88B4-4986-88FC-4808EA525D3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B1F490-38A4-4AC1-A4ED-22043A50B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A5714-7729-4435-82B0-5912794C9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10EB6-2120-432E-9497-4BF3ECBC6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63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73FA-587D-44F9-A801-C41749AA4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8FF2A-08A7-4724-A148-1CC600492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9BB3C-00C8-4BB7-94D9-C974F081A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F9DED-6EA0-4F03-BD6D-7F233E336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1FE-88B4-4986-88FC-4808EA525D3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159F4-3CD8-473D-8562-F63C7BEFD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5F448-08F0-4AC6-9A06-1762B4AA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10EB6-2120-432E-9497-4BF3ECBC6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8237-AD85-4AF6-AD1E-000B38D29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820E6C-F102-4945-89AA-CA7D9AAED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7B794-5C13-42A1-9D8D-6C4B62653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3DE2E-D95B-447A-8E85-1FF27D2B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1FE-88B4-4986-88FC-4808EA525D3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EE2ED-63F0-4D11-8290-2EF79830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92B81-2245-4C6A-9007-15027358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10EB6-2120-432E-9497-4BF3ECBC6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0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5BC03-489B-4B33-9957-8A8F697A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F76EE-5B67-421D-ADA5-83612F82B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A8A4E-783D-4EF1-9D26-140049C50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1FE-88B4-4986-88FC-4808EA525D3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CE81F-3D38-48A5-BC5E-03766009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4A467-C7FA-4AD4-9D7E-0C0DAF10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10EB6-2120-432E-9497-4BF3ECBC6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17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6D58B7-BDA1-4A7B-AE22-A254BCD1D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073AE-2A49-40AB-A3D9-60BF7182E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75C26-47F6-4978-B5AF-C10519B3D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1FE-88B4-4986-88FC-4808EA525D3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ADE2F-D4F2-4653-8CCD-7BAEB5D54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FD933-850B-4FE2-B8CB-BFC9B80B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10EB6-2120-432E-9497-4BF3ECBC6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0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7A2C25-28DB-4F99-8F51-8DBAC587E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F4A9F-19DB-49F1-82D4-014A32FB3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3A546-2960-4B8F-8F5C-71EA323F0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601FE-88B4-4986-88FC-4808EA525D3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93651-92DC-4D6D-83E8-AD82D3D4E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CFBC9-3643-4FA0-B4E5-D8E9C5EC3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10EB6-2120-432E-9497-4BF3ECBC6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53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9D99A87-2FFD-4876-B1A2-4C9D613CC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629701"/>
            <a:ext cx="10515600" cy="68923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San fransico"/>
              </a:rPr>
              <a:t>Executive Summary | Securities Lending Business Assessment (US)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5667D14-FB40-4E80-AC57-82B76CD41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0" y="1844806"/>
            <a:ext cx="11362322" cy="4928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San fransico"/>
              </a:rPr>
              <a:t>Objective</a:t>
            </a:r>
          </a:p>
          <a:p>
            <a:pPr algn="just"/>
            <a:r>
              <a:rPr lang="en-US" sz="1800" dirty="0">
                <a:latin typeface="San fransico"/>
              </a:rPr>
              <a:t>Assess the current state of institution’s US Securities Lending business, regulatory landscape and identify growth opportunities </a:t>
            </a:r>
          </a:p>
          <a:p>
            <a:pPr marL="0" indent="0" algn="just">
              <a:buNone/>
            </a:pPr>
            <a:r>
              <a:rPr lang="en-US" sz="1800" b="1" dirty="0">
                <a:latin typeface="San fransico"/>
              </a:rPr>
              <a:t>Business Context</a:t>
            </a:r>
          </a:p>
          <a:p>
            <a:pPr marL="0" indent="0" algn="just">
              <a:buNone/>
            </a:pPr>
            <a:r>
              <a:rPr lang="en-US" sz="1800" dirty="0">
                <a:latin typeface="San fransico"/>
              </a:rPr>
              <a:t>The institution runs a securities lending business in the United States market, where it supports both sides of the transaction:</a:t>
            </a:r>
          </a:p>
          <a:p>
            <a:pPr algn="just"/>
            <a:r>
              <a:rPr lang="en-US" sz="1800" dirty="0">
                <a:latin typeface="San fransico"/>
              </a:rPr>
              <a:t>Beneficial owners (lenders) → the supply side (they provide securities to lend)</a:t>
            </a:r>
          </a:p>
          <a:p>
            <a:pPr algn="just"/>
            <a:r>
              <a:rPr lang="en-US" sz="1800" dirty="0">
                <a:latin typeface="San fransico"/>
              </a:rPr>
              <a:t>Borrowers → the demand side (they borrow securities for shorting, market making, settlement, hedging, etc.)</a:t>
            </a:r>
          </a:p>
          <a:p>
            <a:pPr marL="0" indent="0">
              <a:buNone/>
            </a:pPr>
            <a:r>
              <a:rPr lang="en-US" sz="1800" b="1" dirty="0">
                <a:latin typeface="San fransico"/>
              </a:rPr>
              <a:t>Key Highlights</a:t>
            </a:r>
            <a:endParaRPr lang="en-US" sz="1800" dirty="0">
              <a:latin typeface="San fransico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San fransico"/>
              </a:rPr>
              <a:t>Current state of the business: operating model, product coverage, economics, risk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San fransico"/>
              </a:rPr>
              <a:t>Market dynamics (US): demand/supply drivers, growth trends, on-loan balances, specials/ETFs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San fransico"/>
              </a:rPr>
              <a:t>Regulatory pressures: transparency/reporting, controls, capital/leverage constraints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San fransico"/>
              </a:rPr>
              <a:t>Opportunities to differentiate and build a stronger securities lending platform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E5444F-F774-464C-BA4F-C980FF6DDDC8}"/>
              </a:ext>
            </a:extLst>
          </p:cNvPr>
          <p:cNvSpPr txBox="1"/>
          <p:nvPr/>
        </p:nvSpPr>
        <p:spPr>
          <a:xfrm>
            <a:off x="9738391" y="6446325"/>
            <a:ext cx="2892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Prepared by Nihal Jani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391E6B-CBFC-47D5-BE06-D9C5094C0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09" y="1318935"/>
            <a:ext cx="11559843" cy="30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75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6266-AC87-4922-A062-0E736894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754" y="101227"/>
            <a:ext cx="4755504" cy="614589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San fransico"/>
              </a:rPr>
              <a:t>Overview on Securities lending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5DDAC-21B4-4BC9-B177-2A86B59E8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45" y="937986"/>
            <a:ext cx="5354503" cy="564819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latin typeface="San fransico"/>
              </a:rPr>
              <a:t>Securities lending is when a lender temporarily transfers securities to a borrower in exchange for collateral and fees, with the borrower obligated to return equivalent securities. </a:t>
            </a:r>
            <a:endParaRPr lang="en-US" sz="1600" b="1" dirty="0">
              <a:latin typeface="San fransico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b="1" dirty="0">
              <a:latin typeface="San fransico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b="1" dirty="0">
              <a:latin typeface="San fransico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b="1" dirty="0">
              <a:latin typeface="San fransico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700" b="1" dirty="0">
              <a:latin typeface="San fransico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latin typeface="San fransico"/>
              </a:rPr>
              <a:t>Key mechanics:</a:t>
            </a:r>
            <a:endParaRPr lang="en-US" sz="1600" dirty="0">
              <a:latin typeface="San fransico"/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San fransico"/>
              </a:rPr>
              <a:t>Supply:</a:t>
            </a:r>
            <a:r>
              <a:rPr lang="en-US" sz="1600" dirty="0">
                <a:latin typeface="San fransico"/>
              </a:rPr>
              <a:t> Institutional investors (pension funds, mutual funds, insurance cos.) lend via custodian/agent intermediaries to monetize idle inventory to enhance returns and offset fund expenses. 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San fransico"/>
              </a:rPr>
              <a:t>Demand:</a:t>
            </a:r>
            <a:r>
              <a:rPr lang="en-US" sz="1600" dirty="0">
                <a:latin typeface="San fransico"/>
              </a:rPr>
              <a:t> Hedge funds access securities through prime brokers for short-selling, hedging, and market-making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San fransico"/>
              </a:rPr>
              <a:t>Economics:</a:t>
            </a:r>
            <a:r>
              <a:rPr lang="en-US" sz="1600" dirty="0">
                <a:latin typeface="San fransico"/>
              </a:rPr>
              <a:t> Revenue from lending fees (non-cash collateral) or reinvestment spread (cash collateral)</a:t>
            </a:r>
          </a:p>
          <a:p>
            <a:pPr marL="0" indent="0">
              <a:buNone/>
            </a:pPr>
            <a:endParaRPr lang="en-US" sz="1600" b="1" dirty="0">
              <a:latin typeface="San fransico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E2E3589-452E-4F4C-8CB3-23036654DE1F}"/>
              </a:ext>
            </a:extLst>
          </p:cNvPr>
          <p:cNvSpPr txBox="1">
            <a:spLocks/>
          </p:cNvSpPr>
          <p:nvPr/>
        </p:nvSpPr>
        <p:spPr>
          <a:xfrm>
            <a:off x="6435011" y="75876"/>
            <a:ext cx="4755504" cy="614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San fransico"/>
              </a:rPr>
              <a:t>Current state of Institution Business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567B5A-E622-4698-A56C-99D5266F4A92}"/>
              </a:ext>
            </a:extLst>
          </p:cNvPr>
          <p:cNvSpPr txBox="1">
            <a:spLocks/>
          </p:cNvSpPr>
          <p:nvPr/>
        </p:nvSpPr>
        <p:spPr>
          <a:xfrm>
            <a:off x="6307494" y="955417"/>
            <a:ext cx="5747655" cy="52121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700" dirty="0">
                <a:latin typeface="San fransico"/>
              </a:rPr>
              <a:t>Product coverage: US equities, equity swaps, fixed income, ETFs (dual-sided platform)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600" b="1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700" b="1" dirty="0"/>
              <a:t>Current state working assumptions*: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700" b="1" dirty="0">
                <a:latin typeface="San fransico"/>
              </a:rPr>
              <a:t>Operating model: </a:t>
            </a:r>
          </a:p>
          <a:p>
            <a:pPr algn="just">
              <a:lnSpc>
                <a:spcPct val="100000"/>
              </a:lnSpc>
            </a:pPr>
            <a:r>
              <a:rPr lang="en-US" sz="1700" dirty="0">
                <a:latin typeface="San fransico"/>
              </a:rPr>
              <a:t>Hybrid agency/principal model serving both beneficial owners and borrowers </a:t>
            </a:r>
          </a:p>
          <a:p>
            <a:pPr algn="just">
              <a:lnSpc>
                <a:spcPct val="100000"/>
              </a:lnSpc>
            </a:pPr>
            <a:r>
              <a:rPr lang="en-US" sz="1700" dirty="0">
                <a:latin typeface="San fransico"/>
              </a:rPr>
              <a:t>Moderate scale inventory and borrower activity</a:t>
            </a:r>
          </a:p>
          <a:p>
            <a:pPr algn="just">
              <a:lnSpc>
                <a:spcPct val="100000"/>
              </a:lnSpc>
            </a:pPr>
            <a:r>
              <a:rPr lang="en-US" sz="1700" dirty="0">
                <a:latin typeface="San fransico"/>
              </a:rPr>
              <a:t>Semi-automated workflows with legacy infrastructure; manual interventions required for recalls, substitutions, and exception handling; limited real-time inventory visibility and pricing intelligence</a:t>
            </a:r>
          </a:p>
          <a:p>
            <a:pPr algn="just">
              <a:lnSpc>
                <a:spcPct val="100000"/>
              </a:lnSpc>
            </a:pPr>
            <a:r>
              <a:rPr lang="en-US" sz="1700" dirty="0">
                <a:latin typeface="San fransico"/>
              </a:rPr>
              <a:t>Mid-tier market position vs. top custodians &amp; prime brokers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700" b="1" dirty="0">
                <a:latin typeface="San fransico"/>
              </a:rPr>
              <a:t>Key gaps Identified</a:t>
            </a:r>
          </a:p>
          <a:p>
            <a:pPr algn="just"/>
            <a:r>
              <a:rPr lang="en-US" sz="1700" dirty="0">
                <a:latin typeface="San fransico"/>
              </a:rPr>
              <a:t>Manual lifecycle management driving operational costs</a:t>
            </a:r>
          </a:p>
          <a:p>
            <a:pPr algn="just"/>
            <a:r>
              <a:rPr lang="en-US" sz="1700" dirty="0">
                <a:latin typeface="San fransico"/>
              </a:rPr>
              <a:t>Limited electronic execution capabilities (comparison to peers)</a:t>
            </a:r>
          </a:p>
          <a:p>
            <a:pPr algn="just"/>
            <a:r>
              <a:rPr lang="en-US" sz="1700" dirty="0">
                <a:latin typeface="San fransico"/>
              </a:rPr>
              <a:t>SLATE </a:t>
            </a:r>
            <a:r>
              <a:rPr lang="en-US" sz="1700">
                <a:latin typeface="San fransico"/>
              </a:rPr>
              <a:t>reporting readiness</a:t>
            </a:r>
            <a:endParaRPr lang="en-US" sz="1600" dirty="0">
              <a:latin typeface="San fransico"/>
            </a:endParaRPr>
          </a:p>
          <a:p>
            <a:pPr algn="just"/>
            <a:endParaRPr lang="en-US" sz="1600" dirty="0">
              <a:latin typeface="San fransico"/>
            </a:endParaRPr>
          </a:p>
          <a:p>
            <a:pPr marL="0" indent="0" algn="just">
              <a:buNone/>
            </a:pPr>
            <a:endParaRPr lang="en-US" sz="1600" dirty="0">
              <a:latin typeface="San fransic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D19E08-9C54-4F63-98F9-6DD6C052F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54" y="1996915"/>
            <a:ext cx="5354522" cy="94099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A30C59-A480-4A53-A29B-CA9A97A455DC}"/>
              </a:ext>
            </a:extLst>
          </p:cNvPr>
          <p:cNvCxnSpPr>
            <a:cxnSpLocks/>
            <a:stCxn id="10" idx="0"/>
          </p:cNvCxnSpPr>
          <p:nvPr/>
        </p:nvCxnSpPr>
        <p:spPr>
          <a:xfrm>
            <a:off x="6080147" y="536771"/>
            <a:ext cx="15853" cy="6176368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6EBE1B4-6B21-4D3B-924E-934AAD83A057}"/>
              </a:ext>
            </a:extLst>
          </p:cNvPr>
          <p:cNvSpPr txBox="1"/>
          <p:nvPr/>
        </p:nvSpPr>
        <p:spPr>
          <a:xfrm>
            <a:off x="7312089" y="6586181"/>
            <a:ext cx="55501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*Assumptions based on industry benchmarks; to be validated through internal assessment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9157A8-A51B-442A-B214-9A33D593F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84" y="536771"/>
            <a:ext cx="11300926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3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6266-AC87-4922-A062-0E736894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565" y="261258"/>
            <a:ext cx="10515600" cy="61458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San fransico"/>
              </a:rPr>
              <a:t>Market Dynamics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5DDAC-21B4-4BC9-B177-2A86B59E8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338" y="3402619"/>
            <a:ext cx="11646159" cy="30537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latin typeface="San fransico"/>
              </a:rPr>
              <a:t>Demand Drivers </a:t>
            </a:r>
          </a:p>
          <a:p>
            <a:pPr algn="just"/>
            <a:r>
              <a:rPr lang="en-US" sz="1400" dirty="0">
                <a:latin typeface="San fransico"/>
              </a:rPr>
              <a:t>US equity lending performed strongly in 2025: equities generated ~$4.8B in annual securities lending revenue, up ~24% YoY (amid AI speculation, M&amp;A activity, tariffs, rate cuts and political volatility). </a:t>
            </a:r>
          </a:p>
          <a:p>
            <a:pPr algn="just"/>
            <a:r>
              <a:rPr lang="en-US" sz="1400" dirty="0">
                <a:latin typeface="San fransico"/>
              </a:rPr>
              <a:t>Equities + ETFs dominate borrow demand (short selling + hedging + market making inventory needs) as revenue from ETF lending rising sharply from $344 million in 2024 to $626 million in 2025.</a:t>
            </a:r>
          </a:p>
          <a:p>
            <a:pPr algn="just"/>
            <a:r>
              <a:rPr lang="en-US" sz="1400" dirty="0">
                <a:latin typeface="San fransico"/>
              </a:rPr>
              <a:t>ETFs/ETPs structurally increasing lendable supply and borrow activity</a:t>
            </a:r>
          </a:p>
          <a:p>
            <a:pPr algn="just"/>
            <a:r>
              <a:rPr lang="en-US" sz="1400" dirty="0">
                <a:latin typeface="San fransico"/>
              </a:rPr>
              <a:t>Volatility + event-driven positioning increases specials demand and fee dispersion</a:t>
            </a:r>
          </a:p>
          <a:p>
            <a:pPr algn="just"/>
            <a:r>
              <a:rPr lang="en-US" sz="1400" dirty="0">
                <a:latin typeface="San fransico"/>
              </a:rPr>
              <a:t>Rates environment impacts collateral economics, increasing focus on fee optimization vs reinvestment spread</a:t>
            </a:r>
          </a:p>
          <a:p>
            <a:pPr marL="0" indent="0" algn="just">
              <a:buNone/>
            </a:pPr>
            <a:r>
              <a:rPr lang="en-US" sz="1400" b="1" dirty="0">
                <a:latin typeface="San fransico"/>
              </a:rPr>
              <a:t>Implication: </a:t>
            </a:r>
          </a:p>
          <a:p>
            <a:pPr algn="just"/>
            <a:r>
              <a:rPr lang="en-US" sz="1400" dirty="0">
                <a:latin typeface="San fransico"/>
              </a:rPr>
              <a:t>Market growth + higher volatility increases need for </a:t>
            </a:r>
            <a:r>
              <a:rPr lang="en-US" sz="1400" b="1" dirty="0">
                <a:latin typeface="San fransico"/>
              </a:rPr>
              <a:t>real-time inventory, dynamic pricing, and automated lifecycle processing (STP).</a:t>
            </a:r>
            <a:endParaRPr lang="en-US" sz="2000" dirty="0">
              <a:latin typeface="San fransic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B0E55-881C-45A2-B163-CEA8FB469AE6}"/>
              </a:ext>
            </a:extLst>
          </p:cNvPr>
          <p:cNvSpPr txBox="1"/>
          <p:nvPr/>
        </p:nvSpPr>
        <p:spPr>
          <a:xfrm>
            <a:off x="287693" y="875847"/>
            <a:ext cx="1979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Lato" panose="020F0502020204030203" pitchFamily="34" charset="0"/>
            </a:endParaRPr>
          </a:p>
          <a:p>
            <a:r>
              <a:rPr lang="en-US" sz="1800" b="1" i="0" u="none" strike="noStrike" baseline="0" dirty="0">
                <a:latin typeface="Lato" panose="020F0502020204030203" pitchFamily="34" charset="0"/>
              </a:rPr>
              <a:t>Global Trends *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4C03CC-3B0D-4CC3-944E-3922521F452E}"/>
              </a:ext>
            </a:extLst>
          </p:cNvPr>
          <p:cNvSpPr txBox="1"/>
          <p:nvPr/>
        </p:nvSpPr>
        <p:spPr>
          <a:xfrm>
            <a:off x="866863" y="1460622"/>
            <a:ext cx="29306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600" b="1" i="0" u="none" strike="noStrike" baseline="0" dirty="0">
              <a:latin typeface="Lato" panose="020F0502020204030203" pitchFamily="34" charset="0"/>
            </a:endParaRPr>
          </a:p>
          <a:p>
            <a:r>
              <a:rPr lang="en-US" sz="1200" b="1" i="0" u="none" strike="noStrike" baseline="0" dirty="0">
                <a:latin typeface="Lato" panose="020F0502020204030203" pitchFamily="34" charset="0"/>
              </a:rPr>
              <a:t>Global Securities on Loan</a:t>
            </a:r>
          </a:p>
          <a:p>
            <a:r>
              <a:rPr lang="en-US" sz="1400" b="1" dirty="0">
                <a:latin typeface="Lato" panose="020F0502020204030203" pitchFamily="34" charset="0"/>
              </a:rPr>
              <a:t> ~$3.25Tn  </a:t>
            </a:r>
            <a:r>
              <a:rPr lang="en-US" sz="1400" b="1" dirty="0">
                <a:latin typeface="Lato" panose="020F0502020204030203" pitchFamily="34" charset="0"/>
                <a:sym typeface="Wingdings" panose="05000000000000000000" pitchFamily="2" charset="2"/>
              </a:rPr>
              <a:t>22% YoY (Oct 2025)</a:t>
            </a:r>
            <a:r>
              <a:rPr lang="en-US" sz="1200" b="1" dirty="0">
                <a:latin typeface="Lato" panose="020F0502020204030203" pitchFamily="34" charset="0"/>
                <a:sym typeface="Wingdings" panose="05000000000000000000" pitchFamily="2" charset="2"/>
              </a:rPr>
              <a:t>  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A535C3-FBCC-427A-8E72-C91608A25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93" y="1511509"/>
            <a:ext cx="579170" cy="4877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F40B49-C205-4CD9-AFB9-1BF79078E93B}"/>
              </a:ext>
            </a:extLst>
          </p:cNvPr>
          <p:cNvSpPr txBox="1"/>
          <p:nvPr/>
        </p:nvSpPr>
        <p:spPr>
          <a:xfrm>
            <a:off x="4490376" y="1474136"/>
            <a:ext cx="33210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600" b="1" i="0" u="none" strike="noStrike" baseline="0" dirty="0">
              <a:latin typeface="Lato" panose="020F0502020204030203" pitchFamily="34" charset="0"/>
            </a:endParaRPr>
          </a:p>
          <a:p>
            <a:r>
              <a:rPr lang="en-US" sz="1200" b="1" i="0" u="none" strike="noStrike" baseline="0" dirty="0">
                <a:latin typeface="Lato" panose="020F0502020204030203" pitchFamily="34" charset="0"/>
              </a:rPr>
              <a:t>Global Revenues </a:t>
            </a:r>
          </a:p>
          <a:p>
            <a:r>
              <a:rPr lang="en-US" sz="1400" b="1" dirty="0">
                <a:latin typeface="Lato" panose="020F0502020204030203" pitchFamily="34" charset="0"/>
              </a:rPr>
              <a:t> ~$14.91B  </a:t>
            </a:r>
            <a:r>
              <a:rPr lang="en-US" sz="1400" b="1" dirty="0">
                <a:latin typeface="Lato" panose="020F0502020204030203" pitchFamily="34" charset="0"/>
                <a:sym typeface="Wingdings" panose="05000000000000000000" pitchFamily="2" charset="2"/>
              </a:rPr>
              <a:t>27% YoY (Oct 2025)</a:t>
            </a:r>
            <a:r>
              <a:rPr lang="en-US" sz="1200" b="1" dirty="0">
                <a:latin typeface="Lato" panose="020F0502020204030203" pitchFamily="34" charset="0"/>
                <a:sym typeface="Wingdings" panose="05000000000000000000" pitchFamily="2" charset="2"/>
              </a:rPr>
              <a:t>  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ACF5A4-0034-4E2B-834C-FCB4DA02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489" y="1511509"/>
            <a:ext cx="518205" cy="5182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8D8A68-389A-46A6-AFDB-846951719990}"/>
              </a:ext>
            </a:extLst>
          </p:cNvPr>
          <p:cNvSpPr txBox="1"/>
          <p:nvPr/>
        </p:nvSpPr>
        <p:spPr>
          <a:xfrm>
            <a:off x="352565" y="1949154"/>
            <a:ext cx="1979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Lato" panose="020F0502020204030203" pitchFamily="34" charset="0"/>
            </a:endParaRPr>
          </a:p>
          <a:p>
            <a:r>
              <a:rPr lang="en-US" sz="1800" b="1" i="0" u="none" strike="noStrike" baseline="0" dirty="0">
                <a:latin typeface="Lato" panose="020F0502020204030203" pitchFamily="34" charset="0"/>
              </a:rPr>
              <a:t>US Trends 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5E6614-8A4E-46F7-A2DD-E3B6BCE30735}"/>
              </a:ext>
            </a:extLst>
          </p:cNvPr>
          <p:cNvSpPr txBox="1"/>
          <p:nvPr/>
        </p:nvSpPr>
        <p:spPr>
          <a:xfrm>
            <a:off x="866863" y="2643686"/>
            <a:ext cx="29306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600" b="1" i="0" u="none" strike="noStrike" baseline="0" dirty="0">
              <a:latin typeface="Lato" panose="020F0502020204030203" pitchFamily="34" charset="0"/>
            </a:endParaRPr>
          </a:p>
          <a:p>
            <a:r>
              <a:rPr lang="en-US" sz="1200" b="1" i="0" u="none" strike="noStrike" baseline="0" dirty="0">
                <a:latin typeface="Lato" panose="020F0502020204030203" pitchFamily="34" charset="0"/>
              </a:rPr>
              <a:t>Securities on Loan</a:t>
            </a:r>
          </a:p>
          <a:p>
            <a:r>
              <a:rPr lang="en-US" sz="1400" b="1" dirty="0">
                <a:latin typeface="Lato" panose="020F0502020204030203" pitchFamily="34" charset="0"/>
              </a:rPr>
              <a:t> ~$692Bn  </a:t>
            </a:r>
            <a:r>
              <a:rPr lang="en-US" sz="1400" b="1" dirty="0">
                <a:latin typeface="Lato" panose="020F0502020204030203" pitchFamily="34" charset="0"/>
                <a:sym typeface="Wingdings" panose="05000000000000000000" pitchFamily="2" charset="2"/>
              </a:rPr>
              <a:t>30% YoY (Oct 2025)</a:t>
            </a:r>
            <a:r>
              <a:rPr lang="en-US" sz="1200" b="1" dirty="0">
                <a:latin typeface="Lato" panose="020F0502020204030203" pitchFamily="34" charset="0"/>
                <a:sym typeface="Wingdings" panose="05000000000000000000" pitchFamily="2" charset="2"/>
              </a:rPr>
              <a:t>  </a:t>
            </a:r>
            <a:endParaRPr lang="en-US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6C73C1E-EA2B-4A68-9BDC-FE7B77C75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93" y="2694573"/>
            <a:ext cx="579170" cy="48772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5A2A857-DC2A-40C1-92E6-86B85CF3F02E}"/>
              </a:ext>
            </a:extLst>
          </p:cNvPr>
          <p:cNvSpPr txBox="1"/>
          <p:nvPr/>
        </p:nvSpPr>
        <p:spPr>
          <a:xfrm>
            <a:off x="4490376" y="2657200"/>
            <a:ext cx="33210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600" b="1" i="0" u="none" strike="noStrike" baseline="0" dirty="0">
              <a:latin typeface="Lato" panose="020F0502020204030203" pitchFamily="34" charset="0"/>
            </a:endParaRPr>
          </a:p>
          <a:p>
            <a:r>
              <a:rPr lang="en-US" sz="1200" b="1" i="0" u="none" strike="noStrike" baseline="0" dirty="0">
                <a:latin typeface="Lato" panose="020F0502020204030203" pitchFamily="34" charset="0"/>
              </a:rPr>
              <a:t>Equity Revenues </a:t>
            </a:r>
          </a:p>
          <a:p>
            <a:r>
              <a:rPr lang="en-US" sz="1400" b="1" dirty="0">
                <a:latin typeface="Lato" panose="020F0502020204030203" pitchFamily="34" charset="0"/>
              </a:rPr>
              <a:t> ~$4.8Bn  </a:t>
            </a:r>
            <a:r>
              <a:rPr lang="en-US" sz="1400" b="1" dirty="0">
                <a:latin typeface="Lato" panose="020F0502020204030203" pitchFamily="34" charset="0"/>
                <a:sym typeface="Wingdings" panose="05000000000000000000" pitchFamily="2" charset="2"/>
              </a:rPr>
              <a:t>24% YoY (Oct 2025)</a:t>
            </a:r>
            <a:r>
              <a:rPr lang="en-US" sz="1200" b="1" dirty="0">
                <a:latin typeface="Lato" panose="020F0502020204030203" pitchFamily="34" charset="0"/>
                <a:sym typeface="Wingdings" panose="05000000000000000000" pitchFamily="2" charset="2"/>
              </a:rPr>
              <a:t>  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2CEF41E-5CE8-4EB4-9D56-CD9AE8A42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489" y="2694573"/>
            <a:ext cx="518205" cy="51820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CB24A7B-0307-40B2-9B2A-0ED8AE470C98}"/>
              </a:ext>
            </a:extLst>
          </p:cNvPr>
          <p:cNvSpPr txBox="1"/>
          <p:nvPr/>
        </p:nvSpPr>
        <p:spPr>
          <a:xfrm>
            <a:off x="7811401" y="6415390"/>
            <a:ext cx="4380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*Source: Data Lend, S&amp;P Global Market Intelligence &amp; Allied Market Research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3EB7B-D97A-41E3-8C42-A2F169DF5EAC}"/>
              </a:ext>
            </a:extLst>
          </p:cNvPr>
          <p:cNvSpPr txBox="1"/>
          <p:nvPr/>
        </p:nvSpPr>
        <p:spPr>
          <a:xfrm>
            <a:off x="8386101" y="1444108"/>
            <a:ext cx="29306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600" b="1" i="0" u="none" strike="noStrike" baseline="0" dirty="0">
              <a:latin typeface="Lato" panose="020F0502020204030203" pitchFamily="34" charset="0"/>
            </a:endParaRPr>
          </a:p>
          <a:p>
            <a:r>
              <a:rPr lang="en-US" sz="1200" b="1" i="0" u="none" strike="noStrike" baseline="0" dirty="0">
                <a:latin typeface="Lato" panose="020F0502020204030203" pitchFamily="34" charset="0"/>
              </a:rPr>
              <a:t>Projected to reach</a:t>
            </a:r>
          </a:p>
          <a:p>
            <a:r>
              <a:rPr lang="en-US" sz="1400" b="1" dirty="0">
                <a:latin typeface="Lato" panose="020F0502020204030203" pitchFamily="34" charset="0"/>
              </a:rPr>
              <a:t> $21.5Bn</a:t>
            </a:r>
            <a:r>
              <a:rPr lang="en-US" sz="1400" b="1" dirty="0">
                <a:latin typeface="Lato" panose="020F0502020204030203" pitchFamily="34" charset="0"/>
                <a:sym typeface="Wingdings" panose="05000000000000000000" pitchFamily="2" charset="2"/>
              </a:rPr>
              <a:t> by 2034</a:t>
            </a:r>
            <a:r>
              <a:rPr lang="en-US" sz="1200" b="1" dirty="0">
                <a:latin typeface="Lato" panose="020F0502020204030203" pitchFamily="34" charset="0"/>
                <a:sym typeface="Wingdings" panose="05000000000000000000" pitchFamily="2" charset="2"/>
              </a:rPr>
              <a:t>  </a:t>
            </a:r>
            <a:endParaRPr lang="en-US" sz="12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D165272-2EDB-4D01-A08B-D7628C3777DA}"/>
              </a:ext>
            </a:extLst>
          </p:cNvPr>
          <p:cNvCxnSpPr/>
          <p:nvPr/>
        </p:nvCxnSpPr>
        <p:spPr>
          <a:xfrm>
            <a:off x="7679094" y="1306286"/>
            <a:ext cx="0" cy="1876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1A0AD19D-6319-4323-B41A-7101405B79A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2084" y="1507056"/>
            <a:ext cx="512389" cy="55630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193F456-633C-46CE-8177-96917F230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2084" y="2597122"/>
            <a:ext cx="512389" cy="5867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3E6C0D8-E45C-41D1-8347-ACFDD02E4A2B}"/>
              </a:ext>
            </a:extLst>
          </p:cNvPr>
          <p:cNvSpPr txBox="1"/>
          <p:nvPr/>
        </p:nvSpPr>
        <p:spPr>
          <a:xfrm>
            <a:off x="8394441" y="2649947"/>
            <a:ext cx="29306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Lato" panose="020F0502020204030203" pitchFamily="34" charset="0"/>
              </a:rPr>
              <a:t>Growing at CAGR </a:t>
            </a:r>
            <a:endParaRPr lang="en-US" sz="1200" b="1" i="0" u="none" strike="noStrike" baseline="0" dirty="0">
              <a:latin typeface="Lato" panose="020F0502020204030203" pitchFamily="34" charset="0"/>
            </a:endParaRPr>
          </a:p>
          <a:p>
            <a:r>
              <a:rPr lang="en-US" sz="1400" b="1" dirty="0">
                <a:latin typeface="Lato" panose="020F0502020204030203" pitchFamily="34" charset="0"/>
              </a:rPr>
              <a:t> 5.7% from 2025-2034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D044CE-9C50-4C0A-8FEF-D75171A07B54}"/>
              </a:ext>
            </a:extLst>
          </p:cNvPr>
          <p:cNvSpPr txBox="1"/>
          <p:nvPr/>
        </p:nvSpPr>
        <p:spPr>
          <a:xfrm>
            <a:off x="7880143" y="886221"/>
            <a:ext cx="1979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Lato" panose="020F0502020204030203" pitchFamily="34" charset="0"/>
            </a:endParaRPr>
          </a:p>
          <a:p>
            <a:r>
              <a:rPr lang="en-US" sz="1800" b="1" i="0" u="none" strike="noStrike" baseline="0" dirty="0">
                <a:latin typeface="Lato" panose="020F0502020204030203" pitchFamily="34" charset="0"/>
              </a:rPr>
              <a:t>Outlook*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6483FC-5B4C-4B03-B8BB-AA51811E57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693" y="725577"/>
            <a:ext cx="11300926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19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417C0-DC4A-46D5-9870-8D9A6747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043" y="0"/>
            <a:ext cx="6003378" cy="70003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San fransico"/>
              </a:rPr>
              <a:t>Competitive Landscape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5F168-9640-4664-A7C4-1FBA66F56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81" y="839755"/>
            <a:ext cx="5873620" cy="58118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latin typeface="San fransico"/>
              </a:rPr>
              <a:t>1.</a:t>
            </a:r>
            <a:r>
              <a:rPr lang="en-US" sz="1400" dirty="0">
                <a:latin typeface="San fransico"/>
              </a:rPr>
              <a:t>  </a:t>
            </a:r>
            <a:r>
              <a:rPr lang="en-US" sz="1400" b="1" dirty="0">
                <a:latin typeface="San fransico"/>
              </a:rPr>
              <a:t>Agency lending is custodian-dominated: </a:t>
            </a:r>
          </a:p>
          <a:p>
            <a:r>
              <a:rPr lang="en-US" sz="1400" dirty="0">
                <a:latin typeface="San fransico"/>
              </a:rPr>
              <a:t>Top custodians (NT, BNY Mellon, Citi, JPM, State Street) lend ~53% of assets, leveraging indemnity strength + integrated post-trade + collateral/liquidity services.</a:t>
            </a:r>
          </a:p>
          <a:p>
            <a:pPr marL="0" indent="0">
              <a:buNone/>
            </a:pPr>
            <a:r>
              <a:rPr lang="en-US" sz="1400" b="1" dirty="0">
                <a:latin typeface="San fransico"/>
              </a:rPr>
              <a:t>2.</a:t>
            </a:r>
            <a:r>
              <a:rPr lang="en-US" sz="1400" dirty="0">
                <a:latin typeface="San fransico"/>
              </a:rPr>
              <a:t> </a:t>
            </a:r>
            <a:r>
              <a:rPr lang="en-US" sz="1400" b="1" dirty="0">
                <a:latin typeface="San fransico"/>
              </a:rPr>
              <a:t>Borrower-side franchise is growing (Prime finance tailwinds)</a:t>
            </a:r>
            <a:r>
              <a:rPr lang="en-US" sz="1400" dirty="0">
                <a:latin typeface="San fransico"/>
              </a:rPr>
              <a:t> </a:t>
            </a:r>
          </a:p>
          <a:p>
            <a:r>
              <a:rPr lang="en-US" sz="1400" dirty="0">
                <a:latin typeface="San fransico"/>
              </a:rPr>
              <a:t>Prime brokerage / equities financing demand accelerated in 2025, driven by increased hedge fund activity and leverage. </a:t>
            </a:r>
          </a:p>
          <a:p>
            <a:r>
              <a:rPr lang="en-US" sz="1400" dirty="0">
                <a:latin typeface="San fransico"/>
              </a:rPr>
              <a:t>Borrow activity is concentrated and consolidating as top 10 primes drive ~80% of borrow, while the top 3 (JPM/GS/MS) generated 56% of securities lending + margin financing revenues in 2021 (up from 50% in 2019).</a:t>
            </a:r>
          </a:p>
          <a:p>
            <a:r>
              <a:rPr lang="en-US" sz="1400" dirty="0">
                <a:latin typeface="San fransico"/>
              </a:rPr>
              <a:t>Key demand concentrated among large multi-manager funds driving volumes and scale of business (D.E. Shaw, Citadel Advisors, Point72, Bridgewater)</a:t>
            </a:r>
          </a:p>
          <a:p>
            <a:pPr marL="0" indent="0">
              <a:buNone/>
            </a:pPr>
            <a:r>
              <a:rPr lang="en-US" sz="1400" b="1" dirty="0">
                <a:latin typeface="San fransico"/>
              </a:rPr>
              <a:t>3</a:t>
            </a:r>
            <a:r>
              <a:rPr lang="en-US" sz="1100" b="1" dirty="0">
                <a:latin typeface="San fransico"/>
              </a:rPr>
              <a:t>.</a:t>
            </a:r>
            <a:r>
              <a:rPr lang="en-US" sz="1100" dirty="0">
                <a:latin typeface="San fransico"/>
              </a:rPr>
              <a:t> </a:t>
            </a:r>
            <a:r>
              <a:rPr lang="en-US" sz="1400" b="1" dirty="0">
                <a:latin typeface="San fransico"/>
              </a:rPr>
              <a:t>Platforms are rising → shift toward infrastructure + connectivity</a:t>
            </a:r>
          </a:p>
          <a:p>
            <a:r>
              <a:rPr lang="en-US" sz="1400" dirty="0">
                <a:latin typeface="San fransico"/>
              </a:rPr>
              <a:t>Industry shifting from fragmented bilateral workflows → centralized electronic execution + standardized connectivity</a:t>
            </a:r>
          </a:p>
          <a:p>
            <a:r>
              <a:rPr lang="en-US" sz="1400" dirty="0" err="1">
                <a:latin typeface="San fransico"/>
              </a:rPr>
              <a:t>EquiLend</a:t>
            </a:r>
            <a:r>
              <a:rPr lang="en-US" sz="1400" dirty="0">
                <a:latin typeface="San fransico"/>
              </a:rPr>
              <a:t> is becoming core market infrastructure (e.g., BNY minority stake; supported by major dealers &amp; asset managers) </a:t>
            </a:r>
          </a:p>
          <a:p>
            <a:r>
              <a:rPr lang="en-US" sz="1400" dirty="0">
                <a:latin typeface="San fransico"/>
              </a:rPr>
              <a:t>Electronic securities finance flow accelerating: </a:t>
            </a:r>
            <a:r>
              <a:rPr lang="en-US" sz="1400" dirty="0" err="1">
                <a:latin typeface="San fransico"/>
              </a:rPr>
              <a:t>EquiLend</a:t>
            </a:r>
            <a:r>
              <a:rPr lang="en-US" sz="1400" dirty="0">
                <a:latin typeface="San fransico"/>
              </a:rPr>
              <a:t> NGT trades +34% YoY in 2025</a:t>
            </a:r>
          </a:p>
          <a:p>
            <a:r>
              <a:rPr lang="en-US" sz="1400" dirty="0">
                <a:latin typeface="San fransico"/>
              </a:rPr>
              <a:t>Competitive landscape is shifting from “inventory-only” to “platform-led infrastructure”: alongside </a:t>
            </a:r>
            <a:r>
              <a:rPr lang="en-US" sz="1400" dirty="0" err="1">
                <a:latin typeface="San fransico"/>
              </a:rPr>
              <a:t>EquiLend’s</a:t>
            </a:r>
            <a:r>
              <a:rPr lang="en-US" sz="1400" dirty="0">
                <a:latin typeface="San fransico"/>
              </a:rPr>
              <a:t> growth as an electronic trading utility, providers like </a:t>
            </a:r>
            <a:r>
              <a:rPr lang="en-US" sz="1400" dirty="0" err="1">
                <a:latin typeface="San fransico"/>
              </a:rPr>
              <a:t>Pirum</a:t>
            </a:r>
            <a:r>
              <a:rPr lang="en-US" sz="1400" dirty="0">
                <a:latin typeface="San fransico"/>
              </a:rPr>
              <a:t> (lifecycle automation/connectivity) and Broadridge SFCM (front-to-back securities finance + collateral tech) are strengthening the ecosystem—raising the bar on STP, connectivity, and controls.</a:t>
            </a:r>
          </a:p>
          <a:p>
            <a:r>
              <a:rPr lang="en-US" sz="1400" dirty="0">
                <a:latin typeface="San fransico"/>
              </a:rPr>
              <a:t>Next infrastructure wave: growing industry focus on DLT / blockchain-enabled post-trade (tokenized collateral, improved collateral mobility, and enhanced auditability)	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26A7B5-7C62-4E23-8CFE-30706896B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132" y="1206569"/>
            <a:ext cx="5559488" cy="276004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FD0228-998D-4250-B3C3-24A4EB603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285" y="4323305"/>
            <a:ext cx="4349182" cy="225769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380A6A-664D-4421-A191-8497B3A77856}"/>
              </a:ext>
            </a:extLst>
          </p:cNvPr>
          <p:cNvSpPr txBox="1"/>
          <p:nvPr/>
        </p:nvSpPr>
        <p:spPr>
          <a:xfrm>
            <a:off x="8075998" y="877110"/>
            <a:ext cx="3180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San fransico"/>
              </a:rPr>
              <a:t>SECURITIES LOANS O/S DEC 2021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2DB7F3-6F76-48E1-8CB5-29A3709A8B5F}"/>
              </a:ext>
            </a:extLst>
          </p:cNvPr>
          <p:cNvSpPr txBox="1"/>
          <p:nvPr/>
        </p:nvSpPr>
        <p:spPr>
          <a:xfrm>
            <a:off x="7635467" y="4074530"/>
            <a:ext cx="4432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San fransico"/>
              </a:rPr>
              <a:t>END-BORROWERS OF SECURITIES LOANS JAN’22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17423-F588-4FE1-8BC7-CCD27A15A936}"/>
              </a:ext>
            </a:extLst>
          </p:cNvPr>
          <p:cNvSpPr txBox="1"/>
          <p:nvPr/>
        </p:nvSpPr>
        <p:spPr>
          <a:xfrm>
            <a:off x="7772401" y="6581001"/>
            <a:ext cx="4606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*Source: </a:t>
            </a:r>
            <a:r>
              <a:rPr lang="en-US" sz="1200" i="1" dirty="0" err="1"/>
              <a:t>Finadium</a:t>
            </a:r>
            <a:r>
              <a:rPr lang="en-US" sz="1200" i="1" dirty="0"/>
              <a:t> Survey Analysis, S&amp;P Global Market Intelligence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7130BD-94AB-40B7-B0D4-C9F48144A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43" y="502854"/>
            <a:ext cx="11559843" cy="30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6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FDA9A1-3FE8-4DB1-94F7-D88421971980}"/>
              </a:ext>
            </a:extLst>
          </p:cNvPr>
          <p:cNvSpPr txBox="1">
            <a:spLocks/>
          </p:cNvSpPr>
          <p:nvPr/>
        </p:nvSpPr>
        <p:spPr>
          <a:xfrm>
            <a:off x="558282" y="2913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San fransico"/>
              </a:rPr>
              <a:t>Regulatory Landscape - USA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3A205-F619-4F05-B1F7-42FC2865F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7" y="1929383"/>
            <a:ext cx="11467323" cy="4563491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latin typeface="San fransico"/>
              </a:rPr>
              <a:t>Key regulations </a:t>
            </a:r>
          </a:p>
          <a:p>
            <a:pPr algn="just"/>
            <a:r>
              <a:rPr lang="en-US" sz="1600" dirty="0">
                <a:latin typeface="San fransico"/>
              </a:rPr>
              <a:t>SEC Rule 10c-1a / FINRA SLATE (Transparency): Mandates broker-dealers to report covered securities lending transactions to FINRA’s SLATE system, increasing market-wide transparency; implementation of same extended to Sep 28, 2028, from Jan 2026. </a:t>
            </a:r>
          </a:p>
          <a:p>
            <a:pPr algn="just"/>
            <a:r>
              <a:rPr lang="en-US" sz="1600" dirty="0">
                <a:latin typeface="San fransico"/>
              </a:rPr>
              <a:t>Basel III/IV (Capital &amp; RWA constraints): higher/changed capital requirements, impacting banks’ willingness to intermediate and driving more selective and optimized lending.  </a:t>
            </a:r>
          </a:p>
          <a:p>
            <a:pPr algn="just"/>
            <a:r>
              <a:rPr lang="en-US" sz="1600" dirty="0">
                <a:latin typeface="San fransico"/>
              </a:rPr>
              <a:t>Dodd-Frank Act &amp; Investor protection: Post-crisis reforms increased standards, stronger protections and disclosures for lending of customer fully paid or excess margin securities under FINRA Rule 4330, increasing compliance controls and operational oversight requirements.</a:t>
            </a:r>
          </a:p>
          <a:p>
            <a:pPr marL="0" indent="0">
              <a:buNone/>
            </a:pPr>
            <a:r>
              <a:rPr lang="en-US" sz="1600" b="1" dirty="0">
                <a:latin typeface="San fransico"/>
              </a:rPr>
              <a:t>Current &amp; Emerging Trends</a:t>
            </a:r>
            <a:r>
              <a:rPr lang="en-US" sz="1600" dirty="0">
                <a:latin typeface="San fransico"/>
              </a:rPr>
              <a:t> </a:t>
            </a:r>
          </a:p>
          <a:p>
            <a:pPr algn="just"/>
            <a:r>
              <a:rPr lang="en-US" sz="1600" dirty="0">
                <a:latin typeface="San fransico"/>
              </a:rPr>
              <a:t>T+1 settlement compresses post-trade timelines → higher need for STP, faster recalls/returns, and stronger fails management.</a:t>
            </a:r>
          </a:p>
          <a:p>
            <a:pPr algn="just"/>
            <a:r>
              <a:rPr lang="en-US" sz="1600" dirty="0">
                <a:latin typeface="San fransico"/>
              </a:rPr>
              <a:t>Counterparty risk controls: tighter monitoring, concentration limits, margin sufficiency → push toward real-time exposure views.</a:t>
            </a:r>
          </a:p>
          <a:p>
            <a:pPr algn="just"/>
            <a:r>
              <a:rPr lang="en-US" sz="1600" dirty="0">
                <a:latin typeface="San fransico"/>
              </a:rPr>
              <a:t>Central clearing evolution: broader push for clearing in rates/repo ecosystem impacts securities finance desks → workflow and collateral implications.</a:t>
            </a:r>
          </a:p>
          <a:p>
            <a:pPr algn="just"/>
            <a:r>
              <a:rPr lang="en-US" sz="1600" dirty="0">
                <a:latin typeface="San fransico"/>
              </a:rPr>
              <a:t>Risk &amp; transparency tightening: greater focus on counterparty risk controls and enhanced investor reporting/visibility.</a:t>
            </a:r>
          </a:p>
          <a:p>
            <a:pPr algn="just"/>
            <a:r>
              <a:rPr lang="en-US" sz="1600" dirty="0">
                <a:latin typeface="San fransico"/>
              </a:rPr>
              <a:t>Automation &amp; Technology: increasing compliance and cost pressure driving adoption of automated recalls, exception/fails management, and digital regulatory reporting (e.g., SLATE).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AA5DD5-8880-4226-BA2B-957662A6C0C4}"/>
              </a:ext>
            </a:extLst>
          </p:cNvPr>
          <p:cNvSpPr txBox="1"/>
          <p:nvPr/>
        </p:nvSpPr>
        <p:spPr>
          <a:xfrm>
            <a:off x="8332237" y="6520516"/>
            <a:ext cx="3859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*Source: SEC.gov, Industry Reports (Northern Trust, EY)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A41FA2-0707-4BF3-88AC-63F1FBD30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07" y="1338123"/>
            <a:ext cx="11559843" cy="30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98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FDA9A1-3FE8-4DB1-94F7-D88421971980}"/>
              </a:ext>
            </a:extLst>
          </p:cNvPr>
          <p:cNvSpPr txBox="1">
            <a:spLocks/>
          </p:cNvSpPr>
          <p:nvPr/>
        </p:nvSpPr>
        <p:spPr>
          <a:xfrm>
            <a:off x="279918" y="1044282"/>
            <a:ext cx="3872204" cy="1314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4000" b="1" kern="1200" dirty="0">
                <a:solidFill>
                  <a:schemeClr val="tx1"/>
                </a:solidFill>
                <a:latin typeface="San fransico"/>
              </a:rPr>
              <a:t>Differentiation Opportunities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A89C58-4D82-4529-B5E3-06F7D0F6232C}"/>
              </a:ext>
            </a:extLst>
          </p:cNvPr>
          <p:cNvSpPr txBox="1"/>
          <p:nvPr/>
        </p:nvSpPr>
        <p:spPr>
          <a:xfrm>
            <a:off x="279918" y="2807208"/>
            <a:ext cx="3780018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San fransico"/>
              </a:rPr>
              <a:t>Key takeaway:</a:t>
            </a:r>
            <a:r>
              <a:rPr lang="en-US" sz="1700" b="1" dirty="0">
                <a:latin typeface="San fransico"/>
              </a:rPr>
              <a:t> </a:t>
            </a:r>
            <a:r>
              <a:rPr lang="en-US" sz="1700" dirty="0">
                <a:latin typeface="San fransico"/>
              </a:rPr>
              <a:t>Intermediary differentiation is shifting from inventory-only to platform-led execution: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San fransico"/>
              </a:rPr>
              <a:t>Distribution + pricing/collateral + optimization + automation + controls (with DLT as the next infrastructure frontier).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00" dirty="0">
              <a:latin typeface="San fransico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San fransico"/>
              </a:rPr>
              <a:t>Example: Broadridge Securities Finance and Collateral Management (SFCM), </a:t>
            </a:r>
            <a:r>
              <a:rPr lang="en-US" sz="1700" dirty="0" err="1">
                <a:latin typeface="San fransico"/>
              </a:rPr>
              <a:t>EquiLend</a:t>
            </a:r>
            <a:r>
              <a:rPr lang="en-US" sz="1700" dirty="0">
                <a:latin typeface="San fransico"/>
              </a:rPr>
              <a:t> 1Source, </a:t>
            </a:r>
            <a:r>
              <a:rPr lang="en-US" sz="1700" dirty="0" err="1">
                <a:latin typeface="San fransico"/>
              </a:rPr>
              <a:t>Equilend</a:t>
            </a:r>
            <a:r>
              <a:rPr lang="en-US" sz="1700" dirty="0">
                <a:latin typeface="San fransico"/>
              </a:rPr>
              <a:t> NGT etc. 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78D6E7A1-A705-4532-80DE-DDEC2E733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232385"/>
              </p:ext>
            </p:extLst>
          </p:nvPr>
        </p:nvGraphicFramePr>
        <p:xfrm>
          <a:off x="4450703" y="260510"/>
          <a:ext cx="7574101" cy="626248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85107">
                  <a:extLst>
                    <a:ext uri="{9D8B030D-6E8A-4147-A177-3AD203B41FA5}">
                      <a16:colId xmlns:a16="http://schemas.microsoft.com/office/drawing/2014/main" val="2057644607"/>
                    </a:ext>
                  </a:extLst>
                </a:gridCol>
                <a:gridCol w="2536810">
                  <a:extLst>
                    <a:ext uri="{9D8B030D-6E8A-4147-A177-3AD203B41FA5}">
                      <a16:colId xmlns:a16="http://schemas.microsoft.com/office/drawing/2014/main" val="378582144"/>
                    </a:ext>
                  </a:extLst>
                </a:gridCol>
                <a:gridCol w="3352184">
                  <a:extLst>
                    <a:ext uri="{9D8B030D-6E8A-4147-A177-3AD203B41FA5}">
                      <a16:colId xmlns:a16="http://schemas.microsoft.com/office/drawing/2014/main" val="761979539"/>
                    </a:ext>
                  </a:extLst>
                </a:gridCol>
              </a:tblGrid>
              <a:tr h="360479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San fransico"/>
                        </a:rPr>
                        <a:t>Particulars</a:t>
                      </a:r>
                    </a:p>
                  </a:txBody>
                  <a:tcPr marL="70641" marR="70641" marT="35321" marB="3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San fransico"/>
                        </a:rPr>
                        <a:t>Supply-side (Beneficial Owners)</a:t>
                      </a:r>
                    </a:p>
                  </a:txBody>
                  <a:tcPr marL="70641" marR="70641" marT="35321" marB="35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San fransico"/>
                        </a:rPr>
                        <a:t>Demand-side (Borrowers)</a:t>
                      </a:r>
                      <a:endParaRPr lang="en-US" sz="1400" b="0" dirty="0">
                        <a:latin typeface="San fransico"/>
                      </a:endParaRPr>
                    </a:p>
                  </a:txBody>
                  <a:tcPr marL="70641" marR="70641" marT="35321" marB="35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429943"/>
                  </a:ext>
                </a:extLst>
              </a:tr>
              <a:tr h="1261676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b="1" dirty="0">
                          <a:latin typeface="San fransico"/>
                        </a:rPr>
                        <a:t>Commercial/Growth</a:t>
                      </a:r>
                    </a:p>
                  </a:txBody>
                  <a:tcPr marL="70641" marR="70641" marT="35321" marB="35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San fransico"/>
                        </a:rPr>
                        <a:t>Supply Advantage – Lenders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San fransico"/>
                        </a:rPr>
                        <a:t>Expand inventory access (mandates / exclusives)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San fransico"/>
                        </a:rPr>
                        <a:t>Increase utilization + transparency</a:t>
                      </a:r>
                    </a:p>
                  </a:txBody>
                  <a:tcPr marL="70641" marR="70641" marT="35321" marB="3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San fransico"/>
                        </a:rPr>
                        <a:t>Demand Advantage (Borrower Distribution)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Increase borrower adoption and usage across key client segments.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San fransico"/>
                        </a:rPr>
                        <a:t>Faster locate + higher locate-to-borrow conversion</a:t>
                      </a:r>
                    </a:p>
                  </a:txBody>
                  <a:tcPr marL="70641" marR="70641" marT="35321" marB="3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792880"/>
                  </a:ext>
                </a:extLst>
              </a:tr>
              <a:tr h="441587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dirty="0">
                          <a:latin typeface="San fransico"/>
                        </a:rPr>
                        <a:t>Risk / Efficiency</a:t>
                      </a:r>
                    </a:p>
                  </a:txBody>
                  <a:tcPr marL="70641" marR="70641" marT="35321" marB="35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San fransico"/>
                        </a:rPr>
                        <a:t>Economics Advantage (Pricing + Collateral)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San fransico"/>
                        </a:rPr>
                        <a:t>Price loans based on demand and scarcity (easy-to-borrow vs hard-to-borrow) to maximize fee capture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San fransico"/>
                        </a:rPr>
                        <a:t>Collateral optimization (cash/non-cash collateral, margin efficiency)</a:t>
                      </a:r>
                    </a:p>
                  </a:txBody>
                  <a:tcPr marL="70641" marR="70641" marT="35321" marB="3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San fransico"/>
                        </a:rPr>
                        <a:t>Platform Advantage (STP + Controls-by-Design)</a:t>
                      </a:r>
                      <a:r>
                        <a:rPr lang="en-US" sz="1400" dirty="0">
                          <a:latin typeface="San fransico"/>
                        </a:rPr>
                        <a:t> </a:t>
                      </a:r>
                      <a:br>
                        <a:rPr lang="en-US" sz="1400" dirty="0">
                          <a:latin typeface="San fransico"/>
                        </a:rPr>
                      </a:br>
                      <a:r>
                        <a:rPr lang="en-US" sz="1400" dirty="0">
                          <a:latin typeface="San fransico"/>
                        </a:rPr>
                        <a:t>• Automate lifecycle (recalls/returns/rerates/substitutions) </a:t>
                      </a:r>
                      <a:br>
                        <a:rPr lang="en-US" sz="1400" dirty="0">
                          <a:latin typeface="San fransico"/>
                        </a:rPr>
                      </a:br>
                      <a:r>
                        <a:rPr lang="en-US" sz="1400" dirty="0">
                          <a:latin typeface="San fransico"/>
                        </a:rPr>
                        <a:t>• Compliance-ready reporting (SLATE) with audit trails</a:t>
                      </a:r>
                    </a:p>
                    <a:p>
                      <a:endParaRPr lang="en-US" sz="1400" b="1" dirty="0">
                        <a:latin typeface="San fransico"/>
                      </a:endParaRPr>
                    </a:p>
                    <a:p>
                      <a:r>
                        <a:rPr lang="en-US" sz="1400" b="1" dirty="0">
                          <a:latin typeface="San fransico"/>
                        </a:rPr>
                        <a:t>Transforming Securities Finance Through Distributed Ledger Technology (DLT)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San fransico"/>
                        </a:rPr>
                        <a:t>Settlement speed: move from T+1/semi-automated → near real-time / 24×7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San fransico"/>
                        </a:rPr>
                        <a:t>Execution &amp; liquidity: from opaque/manual negotiation → more transparent, automated matching / smart-contract execution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San fransico"/>
                        </a:rPr>
                        <a:t>Margin &amp; collateral: from periodic MTM → real-time margining + collateral mobility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San fransico"/>
                        </a:rPr>
                        <a:t>Reporting &amp; auditability: from batch reconciliation → immutable audit trails, lower reconciliation burden</a:t>
                      </a:r>
                    </a:p>
                  </a:txBody>
                  <a:tcPr marL="70641" marR="70641" marT="35321" marB="3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51798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2731998-29E2-437F-9CE1-E6EDF0DCE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93" y="2358592"/>
            <a:ext cx="3630729" cy="30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2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FDA9A1-3FE8-4DB1-94F7-D88421971980}"/>
              </a:ext>
            </a:extLst>
          </p:cNvPr>
          <p:cNvSpPr txBox="1">
            <a:spLocks/>
          </p:cNvSpPr>
          <p:nvPr/>
        </p:nvSpPr>
        <p:spPr>
          <a:xfrm>
            <a:off x="222380" y="159754"/>
            <a:ext cx="3920412" cy="4746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Execution Roadmap &amp; Success Metrics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CBB1EB-4AD1-44D2-B6CD-ADD87E193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359" y="663509"/>
            <a:ext cx="10437845" cy="754744"/>
          </a:xfrm>
        </p:spPr>
        <p:txBody>
          <a:bodyPr>
            <a:normAutofit/>
          </a:bodyPr>
          <a:lstStyle/>
          <a:p>
            <a:r>
              <a:rPr lang="en-US" sz="1400" dirty="0"/>
              <a:t>Prioritization approach &gt; Revenue impact, Risk/compliance urgency and Feasibility/time-to-value</a:t>
            </a:r>
          </a:p>
          <a:p>
            <a:r>
              <a:rPr lang="en-US" sz="1400" dirty="0"/>
              <a:t>Focus on platform changes that unlock multiple benefits: STP + auditability + pricing + distribution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5708A53-16E0-48F3-AFF0-B850CA3916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949430"/>
              </p:ext>
            </p:extLst>
          </p:nvPr>
        </p:nvGraphicFramePr>
        <p:xfrm>
          <a:off x="368170" y="183032"/>
          <a:ext cx="11418338" cy="5250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4297B55-FBFE-48CC-A0FE-97D7D81178E8}"/>
              </a:ext>
            </a:extLst>
          </p:cNvPr>
          <p:cNvSpPr txBox="1"/>
          <p:nvPr/>
        </p:nvSpPr>
        <p:spPr>
          <a:xfrm>
            <a:off x="222380" y="5410622"/>
            <a:ext cx="4753946" cy="116955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San fransico"/>
              </a:rPr>
              <a:t>Revenue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San fransico"/>
              </a:rPr>
              <a:t>Platform revenue - Securities lending revenue (fees + collateral economics)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San fransico"/>
              </a:rPr>
              <a:t>Flow adoption - % of total borrow flow executed via platform or % of top clients actively using APIs/portal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26183D-FE9A-42F3-B7F3-71E01E28E791}"/>
              </a:ext>
            </a:extLst>
          </p:cNvPr>
          <p:cNvSpPr txBox="1"/>
          <p:nvPr/>
        </p:nvSpPr>
        <p:spPr>
          <a:xfrm>
            <a:off x="4976326" y="5011919"/>
            <a:ext cx="1667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an fransico"/>
              </a:rPr>
              <a:t>Success Metrics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60BBDB-E2D0-492B-9935-2F2514E0BB21}"/>
              </a:ext>
            </a:extLst>
          </p:cNvPr>
          <p:cNvCxnSpPr>
            <a:cxnSpLocks/>
          </p:cNvCxnSpPr>
          <p:nvPr/>
        </p:nvCxnSpPr>
        <p:spPr>
          <a:xfrm>
            <a:off x="222380" y="4982547"/>
            <a:ext cx="1182344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ED5745-0130-424B-B1B0-6E0D2D82A84D}"/>
              </a:ext>
            </a:extLst>
          </p:cNvPr>
          <p:cNvSpPr txBox="1"/>
          <p:nvPr/>
        </p:nvSpPr>
        <p:spPr>
          <a:xfrm>
            <a:off x="6281448" y="5410621"/>
            <a:ext cx="5523721" cy="13849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San fransico"/>
              </a:rPr>
              <a:t>Operational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San fransico"/>
              </a:rPr>
              <a:t>Conversion efficiency: Locate-to-borrow conversion rate (hit ratio)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San fransico"/>
              </a:rPr>
              <a:t>Speed: Locate response time, STP rate % of lifecycle events processed without manual intervention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San fransico"/>
              </a:rPr>
              <a:t>Compliance: SLATE reporting quality (% on-time + accuracy / error rate)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CCE88-92F2-4B4C-872B-CCEFC72C97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58" y="499731"/>
            <a:ext cx="11559843" cy="18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47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DC91-467C-47D3-94BF-78B324EF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" y="263483"/>
            <a:ext cx="11018520" cy="890465"/>
          </a:xfrm>
        </p:spPr>
        <p:txBody>
          <a:bodyPr anchor="b">
            <a:normAutofit/>
          </a:bodyPr>
          <a:lstStyle/>
          <a:p>
            <a:r>
              <a:rPr lang="en-US" sz="3200" dirty="0">
                <a:latin typeface="San fransico"/>
              </a:rPr>
              <a:t>Conclusion | Building the Next-Gen Security Lending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1CBAA-9643-4BE9-BA39-491A43597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98" y="1929704"/>
            <a:ext cx="7164747" cy="4630836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latin typeface="San fransico"/>
              </a:rPr>
              <a:t>Key takeaway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San fransico"/>
              </a:rPr>
              <a:t>The future of securities lending is not just about adopting new technology — it requires </a:t>
            </a:r>
            <a:r>
              <a:rPr lang="en-US" sz="1600" b="1" dirty="0">
                <a:latin typeface="San fransico"/>
              </a:rPr>
              <a:t>rethinking and restructuring the market operating model</a:t>
            </a:r>
            <a:r>
              <a:rPr lang="en-US" sz="1600" dirty="0">
                <a:latin typeface="San fransico"/>
              </a:rPr>
              <a:t> to compete in a rapidly evolving environment.</a:t>
            </a:r>
          </a:p>
          <a:p>
            <a:pPr marL="0" indent="0" algn="just">
              <a:buNone/>
            </a:pPr>
            <a:r>
              <a:rPr lang="en-US" sz="1600" dirty="0">
                <a:latin typeface="San fransico"/>
              </a:rPr>
              <a:t>What will differentiate winners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San fransico"/>
              </a:rPr>
              <a:t>Platform-led execution:</a:t>
            </a:r>
            <a:r>
              <a:rPr lang="en-US" sz="1600" dirty="0">
                <a:latin typeface="San fransico"/>
              </a:rPr>
              <a:t> distribution + automation + controls-by-design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San fransico"/>
              </a:rPr>
              <a:t>Regulatory readiness:</a:t>
            </a:r>
            <a:r>
              <a:rPr lang="en-US" sz="1600" dirty="0">
                <a:latin typeface="San fransico"/>
              </a:rPr>
              <a:t> auditability, transparency, reporting (e.g., SLATE)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San fransico"/>
              </a:rPr>
              <a:t>Operational scale:</a:t>
            </a:r>
            <a:r>
              <a:rPr lang="en-US" sz="1600" dirty="0">
                <a:latin typeface="San fransico"/>
              </a:rPr>
              <a:t> STP, fewer breaks, faster lifecycle processing</a:t>
            </a:r>
          </a:p>
          <a:p>
            <a:pPr marL="0" indent="0" algn="just">
              <a:buNone/>
            </a:pPr>
            <a:r>
              <a:rPr lang="en-US" sz="1600" dirty="0">
                <a:latin typeface="San fransico"/>
              </a:rPr>
              <a:t>The way forward</a:t>
            </a:r>
          </a:p>
          <a:p>
            <a:pPr algn="just"/>
            <a:r>
              <a:rPr lang="en-US" sz="1600" dirty="0">
                <a:latin typeface="San fransico"/>
              </a:rPr>
              <a:t>Market evolution is accelerating (electronification, tighter regulation, and infrastructure modernization), making proactive change management and end-to-end platform execution increasingly important.</a:t>
            </a:r>
          </a:p>
          <a:p>
            <a:pPr algn="just"/>
            <a:r>
              <a:rPr lang="en-US" sz="1600" dirty="0">
                <a:latin typeface="San fransico"/>
              </a:rPr>
              <a:t>Institutions that invest in interoperable solutions and participate in industry-wide collaboration are better positioned to deliver scalable efficiency and meet future market requirements.</a:t>
            </a:r>
          </a:p>
        </p:txBody>
      </p:sp>
      <p:pic>
        <p:nvPicPr>
          <p:cNvPr id="6" name="Picture 5" descr="A road with points on it&#10;&#10;Description automatically generated">
            <a:extLst>
              <a:ext uri="{FF2B5EF4-FFF2-40B4-BE49-F238E27FC236}">
                <a16:creationId xmlns:a16="http://schemas.microsoft.com/office/drawing/2014/main" id="{7CC78C8A-29AB-48AC-A517-75E1BF4E4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83" r="26898" b="2"/>
          <a:stretch>
            <a:fillRect/>
          </a:stretch>
        </p:blipFill>
        <p:spPr>
          <a:xfrm>
            <a:off x="7743757" y="2012879"/>
            <a:ext cx="3941064" cy="4096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CD696A-9B73-4954-BF49-A547A0A55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07" y="1338123"/>
            <a:ext cx="11559843" cy="30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46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c566ce-a3ce-4b10-b55b-1e9d56ad1b26}" enabled="0" method="" siteId="{f4c566ce-a3ce-4b10-b55b-1e9d56ad1b2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5135</TotalTime>
  <Words>1752</Words>
  <Application>Microsoft Office PowerPoint</Application>
  <PresentationFormat>Widescreen</PresentationFormat>
  <Paragraphs>163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Lato</vt:lpstr>
      <vt:lpstr>San fransico</vt:lpstr>
      <vt:lpstr>Office Theme</vt:lpstr>
      <vt:lpstr>Executive Summary | Securities Lending Business Assessment (US)</vt:lpstr>
      <vt:lpstr>Overview on Securities lending </vt:lpstr>
      <vt:lpstr>Market Dynamics &amp; Insights</vt:lpstr>
      <vt:lpstr>Competitive Landscape</vt:lpstr>
      <vt:lpstr>PowerPoint Presentation</vt:lpstr>
      <vt:lpstr>PowerPoint Presentation</vt:lpstr>
      <vt:lpstr>PowerPoint Presentation</vt:lpstr>
      <vt:lpstr>Conclusion | Building the Next-Gen Security Lending Platform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Lending Business</dc:title>
  <dc:creator>Nihal Jani</dc:creator>
  <cp:lastModifiedBy>Nihal Jani</cp:lastModifiedBy>
  <cp:revision>4</cp:revision>
  <dcterms:created xsi:type="dcterms:W3CDTF">2026-01-16T04:23:30Z</dcterms:created>
  <dcterms:modified xsi:type="dcterms:W3CDTF">2026-01-20T09:47:32Z</dcterms:modified>
</cp:coreProperties>
</file>